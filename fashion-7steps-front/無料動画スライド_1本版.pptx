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冒頭15秒が勝負。名乗りより先にタイトルを言う。テンポ優先。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最初に全体像を見せると離脱が減る。「3つです」と言い切る。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5つを1つずつ、間を取って読む。最後の1つを一番ゆっくり。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目を見て、ゆっくり。視聴者の心が一番緩む場所。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プロフィール文は声に出して読む。多くの視聴者が「自分だ」と気づく。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前半の山。自分の失敗として語れると強い。実体験で。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「ご自身にも、ありませんか」と問いかけを挟む。自分ごと化のポイント。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実例が命。自分の講座で出た言葉を、差し支えない範囲で2〜3個そのまま読む。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この動画の結論。ゆっくり。ここだけは絶対に早口にしない。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ここで初めて名前を与える。実例→名前の順。名乗りではなく、定義として言う。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概念の紹介まで。具体的な質問項目や進め方は講座の中身なので、無料では出さない。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「その姿になったら、何が変わりそうですか」という問いを口頭で紹介する。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「順番を変えるだけ」を強調する。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実演パートの入口。ここで空気が変わる。画面共有に切り替える合図。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実際に自分のAIで生成して撮影すること。ここは本物の出力を見せる。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①と②を並べて見せた瞬間が、この動画の最大の山。ゆっくり読ませる間を取る。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この動画の結論のひとつ。「AIの使い方だけ学んでも変わらない」の根拠になる。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インスタのプロフィールで約束していることを、ここで回収する。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最後の1行が最重要。ゆっくり言う。「7つもやるのか」と思わせない。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★沈黙を入れる。すぐ次に行かない。視聴者が自分の中で答える時間を作る。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ここで初めて「一人では難しい」に着地させる。押しつけない。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押さない。正直に断ることもあると言うと、かえって信頼される。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最後は感謝で締める。申込URLはLINEの文面側に置く。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554480"/>
            <a:ext cx="3017520" cy="3017520"/>
          </a:xfrm>
          <a:prstGeom prst="ellipse">
            <a:avLst/>
          </a:prstGeom>
          <a:solidFill>
            <a:srgbClr val="2A1F26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1554480"/>
            <a:ext cx="3017520" cy="3017520"/>
          </a:xfrm>
          <a:prstGeom prst="ellipse">
            <a:avLst/>
          </a:prstGeom>
          <a:solidFill>
            <a:srgbClr val="3E2F38">
              <a:alpha val="0"/>
            </a:srgbClr>
          </a:solidFill>
          <a:ln w="15875">
            <a:solidFill>
              <a:srgbClr val="C08F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1554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パーソナルスタイリスト／イメージコンサルタントの方へ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7223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資格を取ったのに、</a:t>
            </a:r>
            <a:endParaRPr lang="en-US" sz="42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なぜ選ばれないのか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2A1F2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9319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ファッション心理学　×　AI　で解きます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AI実演つき　／　選ばれている人が整えている7つ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　　|　　約23分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今日お話しするのは、3つです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23分、お付き合いください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45775" cy="960120"/>
          </a:xfrm>
          <a:prstGeom prst="roundRect">
            <a:avLst>
              <a:gd name="adj" fmla="val 6667"/>
            </a:avLst>
          </a:prstGeom>
          <a:solidFill>
            <a:srgbClr val="F7F3F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68880"/>
            <a:ext cx="594360" cy="59436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395728"/>
            <a:ext cx="89912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なぜ、選ばれないのか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965960" y="2834640"/>
            <a:ext cx="8991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資格を取ったのに、という状態の正体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10545775" cy="960120"/>
          </a:xfrm>
          <a:prstGeom prst="roundRect">
            <a:avLst>
              <a:gd name="adj" fmla="val 6667"/>
            </a:avLst>
          </a:prstGeom>
          <a:solidFill>
            <a:srgbClr val="EAE3DD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611880"/>
            <a:ext cx="594360" cy="59436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3538728"/>
            <a:ext cx="89912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ファッション心理学から見た、本当の理由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965960" y="3977640"/>
            <a:ext cx="8991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たぶん、聞いたことがない話です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10545775" cy="960120"/>
          </a:xfrm>
          <a:prstGeom prst="roundRect">
            <a:avLst>
              <a:gd name="adj" fmla="val 6667"/>
            </a:avLst>
          </a:prstGeom>
          <a:solidFill>
            <a:srgbClr val="F7F3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4754880"/>
            <a:ext cx="594360" cy="59436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65960" y="4681728"/>
            <a:ext cx="89912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AIで、今日から変えられること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965960" y="5120640"/>
            <a:ext cx="8991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実演します。そして、整えるべき7つ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こんなこと、ありませんか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ひとつでも当てはまったら、最後までご覧ください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インスタは頑張って投稿しているのに、反応が薄い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85292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モニターさんは来るけれど、本申込みにつながらない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602736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602736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診断メニューはあるけれど、一回きりで終わってしまう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352544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352544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同じ資格の人が多くて、自分の違いを説明できない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102352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E3C9CD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102352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診断してお伝えしたのに、お客様が実際には変わらない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▷ 物販の方は「診断」を「商品」に置き換えて聞いてください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うまくいかない理由は、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センスでも、努力でもありません。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むしろ逆です。ご相談くださる方ほど、勉強熱心で、誠実で、お客様思いです。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足りないのは、感性と専門性が「選ばれる仕組み」になっていないこと。それだけです。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「診断ができます」では、もう選ばれない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資格を持っている方が、本当に増えました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EAE3D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パーソナルカラー　　骨格　　顔タイプ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同じ協会、同じ診断結果、似たような料金。この中に並べられると、違いが見えません。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10545775" cy="1600200"/>
          </a:xfrm>
          <a:prstGeom prst="roundRect">
            <a:avLst>
              <a:gd name="adj" fmla="val 4000"/>
            </a:avLst>
          </a:prstGeom>
          <a:solidFill>
            <a:srgbClr val="3E2F38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840480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「パーソナルカラー診断、骨格診断、顔タイプ診断ができます。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○○協会認定講師です。」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470916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何ができるかは書いてある。でも、受けた自分がどうなるかが書いていない。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だからお客様は、価格でしか比べようがなくなります。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診断したのに、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お客様が変わらない。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似合う色をお伝えして、コーディネートまでご提案した。喜んで帰られた。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なのに3ヶ月後にお会いすると、前と同じ服を着ていらっしゃる。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買おうとした瞬間、心の中で聞こえる声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お客様の頭の中で、何が起きているか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45775" cy="804672"/>
          </a:xfrm>
          <a:prstGeom prst="roundRect">
            <a:avLst>
              <a:gd name="adj" fmla="val 7955"/>
            </a:avLst>
          </a:prstGeom>
          <a:solidFill>
            <a:srgbClr val="EAE3D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「私なんかが、こんな明るい色を着ても」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10545775" cy="804672"/>
          </a:xfrm>
          <a:prstGeom prst="roundRect">
            <a:avLst>
              <a:gd name="adj" fmla="val 7955"/>
            </a:avLst>
          </a:prstGeom>
          <a:solidFill>
            <a:srgbClr val="EAE3D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「あ、けっこう高いな。安いほうでいいや」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10545775" cy="804672"/>
          </a:xfrm>
          <a:prstGeom prst="roundRect">
            <a:avLst>
              <a:gd name="adj" fmla="val 7955"/>
            </a:avLst>
          </a:prstGeom>
          <a:solidFill>
            <a:srgbClr val="EAE3D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69080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「これ着てたら、家族に何か言われそう」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2960" y="521208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そっと棚に戻して、いつもの黒いカーディガンを買って帰る。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この声を「観念」といいます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ファッションに対する、その人の思い込みです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こんな口癖、聞きませんか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450592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7F3F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505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「安かったから、つい買っちゃって」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1089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「素敵な服を着てないと、恥ずかしい」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76732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767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「結局、好きなものを着ちゃうよね」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679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観念は、過去の体験からできています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36792" y="2450592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EAE3DD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24505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子どもの頃、母が選んだ服をずっと着ていた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36792" y="310896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EAE3DD"/>
          </a:solidFill>
          <a:ln/>
        </p:spPr>
      </p:sp>
      <p:sp>
        <p:nvSpPr>
          <p:cNvPr id="15" name="Text 13"/>
          <p:cNvSpPr/>
          <p:nvPr/>
        </p:nvSpPr>
        <p:spPr>
          <a:xfrm>
            <a:off x="6611112" y="31089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背が高くて、可愛い服が似合わなかった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36792" y="376732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EAE3DD"/>
          </a:solidFill>
          <a:ln/>
        </p:spPr>
      </p:sp>
      <p:sp>
        <p:nvSpPr>
          <p:cNvPr id="17" name="Text 15"/>
          <p:cNvSpPr/>
          <p:nvPr/>
        </p:nvSpPr>
        <p:spPr>
          <a:xfrm>
            <a:off x="6611112" y="3767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「変な格好だと一緒に歩けない」と言われた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754880"/>
            <a:ext cx="10545775" cy="1005840"/>
          </a:xfrm>
          <a:prstGeom prst="roundRect">
            <a:avLst>
              <a:gd name="adj" fmla="val 6364"/>
            </a:avLst>
          </a:prstGeom>
          <a:solidFill>
            <a:srgbClr val="3E2F3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548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何十年も前の体験が、今日のクローゼットを決めています。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知識は入っても、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観念はそのまま。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だから、行動が変わりません。これが、診断結果が実行されない本当の理由です。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逆に、観念のほうが変わると、同じ診断結果でも受け取り方がまるで違ってきます。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わたしが研究しているのが、この「観念」です。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これが、</a:t>
            </a:r>
            <a:endParaRPr lang="en-US" sz="4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ファッション心理学です。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931920"/>
            <a:ext cx="3273552" cy="1600200"/>
          </a:xfrm>
          <a:prstGeom prst="roundRect">
            <a:avLst>
              <a:gd name="adj" fmla="val 4000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09651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装いと自己イメージ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553712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人は服そのものではなく、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その先の「なりたい自分」を買う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62272" y="3931920"/>
            <a:ext cx="3273552" cy="1600200"/>
          </a:xfrm>
          <a:prstGeom prst="roundRect">
            <a:avLst>
              <a:gd name="adj" fmla="val 4000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4736592" y="409651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観念と行動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36592" y="4553712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知識ではなく観念が、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実際の行動を決めている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3931920"/>
            <a:ext cx="3273552" cy="1600200"/>
          </a:xfrm>
          <a:prstGeom prst="roundRect">
            <a:avLst>
              <a:gd name="adj" fmla="val 4000"/>
            </a:avLst>
          </a:prstGeom>
          <a:solidFill>
            <a:srgbClr val="F7F3F0"/>
          </a:solidFill>
          <a:ln/>
        </p:spPr>
      </p:sp>
      <p:sp>
        <p:nvSpPr>
          <p:cNvPr id="11" name="Text 9"/>
          <p:cNvSpPr/>
          <p:nvPr/>
        </p:nvSpPr>
        <p:spPr>
          <a:xfrm>
            <a:off x="8375904" y="409651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変化のプロセス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75904" y="4553712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観念には、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書き換わる順番がある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7150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「似合う」を当てる学問ではありません。「なぜ着ないのか」を扱う学問です。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観念は、3つの順番で変わります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3273552" cy="2834640"/>
          </a:xfrm>
          <a:prstGeom prst="roundRect">
            <a:avLst>
              <a:gd name="adj" fmla="val 2258"/>
            </a:avLst>
          </a:prstGeom>
          <a:solidFill>
            <a:srgbClr val="F7F3F0"/>
          </a:solidFill>
          <a:ln/>
        </p:spPr>
      </p:sp>
      <p:sp>
        <p:nvSpPr>
          <p:cNvPr id="4" name="Shape 2"/>
          <p:cNvSpPr/>
          <p:nvPr/>
        </p:nvSpPr>
        <p:spPr>
          <a:xfrm>
            <a:off x="2167128" y="2240280"/>
            <a:ext cx="585216" cy="58521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5" name="Text 3"/>
          <p:cNvSpPr/>
          <p:nvPr/>
        </p:nvSpPr>
        <p:spPr>
          <a:xfrm>
            <a:off x="2167128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3467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自分を見つめる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3858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「ファッションとは何ですか」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過去の体験を思い出す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2272" y="2011680"/>
            <a:ext cx="3273552" cy="2834640"/>
          </a:xfrm>
          <a:prstGeom prst="roundRect">
            <a:avLst>
              <a:gd name="adj" fmla="val 2258"/>
            </a:avLst>
          </a:prstGeom>
          <a:solidFill>
            <a:srgbClr val="F7F3F0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240280"/>
            <a:ext cx="585216" cy="58521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45152" y="2971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AWAKENESS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5152" y="33467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気づき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36592" y="3858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その観念がどこから来たのか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に気づいていただく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2011680"/>
            <a:ext cx="3273552" cy="2834640"/>
          </a:xfrm>
          <a:prstGeom prst="roundRect">
            <a:avLst>
              <a:gd name="adj" fmla="val 2258"/>
            </a:avLst>
          </a:prstGeom>
          <a:solidFill>
            <a:srgbClr val="EAE3DD"/>
          </a:solidFill>
          <a:ln/>
        </p:spPr>
      </p:sp>
      <p:sp>
        <p:nvSpPr>
          <p:cNvPr id="16" name="Shape 14"/>
          <p:cNvSpPr/>
          <p:nvPr/>
        </p:nvSpPr>
        <p:spPr>
          <a:xfrm>
            <a:off x="9445752" y="2240280"/>
            <a:ext cx="585216" cy="58521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7" name="Text 15"/>
          <p:cNvSpPr/>
          <p:nvPr/>
        </p:nvSpPr>
        <p:spPr>
          <a:xfrm>
            <a:off x="9445752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84464" y="2971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Circulation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33467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受け取り直す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75904" y="3858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手放したいものを手放し、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見る場所を変えていく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512064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206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この3つを通ったあとに診断をお伝えすると、まったく違う入り方をします。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「似合う」と「なりたい」は、ズレます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5029200" cy="1463040"/>
          </a:xfrm>
          <a:prstGeom prst="roundRect">
            <a:avLst>
              <a:gd name="adj" fmla="val 4375"/>
            </a:avLst>
          </a:prstGeom>
          <a:solidFill>
            <a:srgbClr val="F7F3F0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診断で出る「似合う」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2633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淡い色がお似合いです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この形がお似合いです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36792" y="2011680"/>
            <a:ext cx="5029200" cy="1463040"/>
          </a:xfrm>
          <a:prstGeom prst="roundRect">
            <a:avLst>
              <a:gd name="adj" fmla="val 4375"/>
            </a:avLst>
          </a:prstGeom>
          <a:solidFill>
            <a:srgbClr val="EAE3DD"/>
          </a:solidFill>
          <a:ln/>
        </p:spPr>
      </p:sp>
      <p:sp>
        <p:nvSpPr>
          <p:cNvPr id="7" name="Text 5"/>
          <p:cNvSpPr/>
          <p:nvPr/>
        </p:nvSpPr>
        <p:spPr>
          <a:xfrm>
            <a:off x="6656832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ご本人の「なりたい」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656832" y="2633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でも、黒でかっこよくいたい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憧れているのは、別の形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10545775" cy="868680"/>
          </a:xfrm>
          <a:prstGeom prst="roundRect">
            <a:avLst>
              <a:gd name="adj" fmla="val 7368"/>
            </a:avLst>
          </a:prstGeom>
          <a:solidFill>
            <a:srgbClr val="E3C9C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033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「でも診断結果はこうですから」と押すと、納得しないまま帰られて、結局着ません。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10545775" cy="1234440"/>
          </a:xfrm>
          <a:prstGeom prst="roundRect">
            <a:avLst>
              <a:gd name="adj" fmla="val 5185"/>
            </a:avLst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00600"/>
            <a:ext cx="10545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先に「なりたい」を聞ききる。そのうえで、似合うを乗せる。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順番を変えるだけで、変わります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同じ時間、同じ資格、同じ診断結果です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45775" cy="1325880"/>
          </a:xfrm>
          <a:prstGeom prst="roundRect">
            <a:avLst>
              <a:gd name="adj" fmla="val 4828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よくある順番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26974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診断する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3739896" y="2907792"/>
            <a:ext cx="109728" cy="155448"/>
          </a:xfrm>
          <a:prstGeom prst="triangle">
            <a:avLst/>
          </a:prstGeom>
          <a:solidFill>
            <a:srgbClr val="7C6E73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26974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ご提案する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10545775" cy="1325880"/>
          </a:xfrm>
          <a:prstGeom prst="roundRect">
            <a:avLst>
              <a:gd name="adj" fmla="val 4828"/>
            </a:avLst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858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変えたあとの順番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4297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7F3F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739896" y="4507992"/>
            <a:ext cx="109728" cy="155448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0" y="4297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7F3F0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気づいていただく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574536" y="4507992"/>
            <a:ext cx="109728" cy="155448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4297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7F3F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それから診断する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お客様の行動が変わり、行動が変わるから、また来てくださるようになります。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ここからは、実際にAIを使ってみます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同じお題を、</a:t>
            </a:r>
            <a:endParaRPr lang="en-US" sz="4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AIに2回頼んでみます。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4389120"/>
            <a:ext cx="10545775" cy="1051560"/>
          </a:xfrm>
          <a:prstGeom prst="roundRect">
            <a:avLst>
              <a:gd name="adj" fmla="val 6087"/>
            </a:avLst>
          </a:prstGeom>
          <a:solidFill>
            <a:srgbClr val="2A1F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3891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お題：パーソナルスタイリストの、Instagramプロフィール文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62356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AIが苦手な方も大丈夫です。見るだけでイメージできます。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 ふつうに、AIに頼むと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たぶん、多くの方がこう頼んでいます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29200" cy="3246120"/>
          </a:xfrm>
          <a:prstGeom prst="roundRect">
            <a:avLst>
              <a:gd name="adj" fmla="val 1972"/>
            </a:avLst>
          </a:prstGeom>
          <a:solidFill>
            <a:srgbClr val="3E2F3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21031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AIへの頼み方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" y="2468880"/>
            <a:ext cx="4480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パーソナルスタイリストの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Instagramプロフィール文を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書いてください。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36792" y="1965960"/>
            <a:ext cx="5029200" cy="3246120"/>
          </a:xfrm>
          <a:prstGeom prst="roundRect">
            <a:avLst>
              <a:gd name="adj" fmla="val 1972"/>
            </a:avLst>
          </a:prstGeom>
          <a:solidFill>
            <a:srgbClr val="EAE3DD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1031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出てきた文章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「パーソナルカラー・骨格診断で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あなたの魅力を引き出します✨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一人ひとりに寄り添った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スタイリングをご提案します」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8235"/>
            </a:avLst>
          </a:prstGeom>
          <a:solidFill>
            <a:srgbClr val="F7F3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……どこかで見たことがある文章。誰にでも当てはまり、誰にも刺さりません。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② ファッション心理学を入れて、頼むと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同じAIです。渡す中身だけを変えます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29200" cy="3246120"/>
          </a:xfrm>
          <a:prstGeom prst="roundRect">
            <a:avLst>
              <a:gd name="adj" fmla="val 1972"/>
            </a:avLst>
          </a:prstGeom>
          <a:solidFill>
            <a:srgbClr val="3E2F3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21031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AIへの頼み方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" y="2468880"/>
            <a:ext cx="4480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お客様は40代の女性。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クローゼットは一杯なのに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「着る服がない」と感じています。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背景には「安いから買ってしまう」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「私なんかが明るい色を着ても」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という思い込みがあります。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診断だけでなく、その思い込みを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一緒に見直すセッションをしています。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この内容で、資格名を並べず、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お客様がどうなるかを書いてください。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36792" y="1965960"/>
            <a:ext cx="5029200" cy="3246120"/>
          </a:xfrm>
          <a:prstGeom prst="roundRect">
            <a:avLst>
              <a:gd name="adj" fmla="val 1972"/>
            </a:avLst>
          </a:prstGeom>
          <a:solidFill>
            <a:srgbClr val="E3C9CD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1031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出てきた文章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「“着る服がない”の正体は、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クローゼットではなく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思い込みかもしれません。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40代の“似合う”を、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心の側から整えるスタイリング。」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8235"/>
            </a:avLst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この文章は、あなたにしか書けません。同じAI、同じお題、違うのは渡した中身だけです。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AIが賢いのでは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ありません。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渡す中身を持っている人が、AIを使うと強いんです。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お客様の観念を知っていること。提供できる変化を言葉にできること。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それがある人のAIと、ない人のAIでは、出てくるものがまったく違います。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AIは、7つの全部に効きます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講座では、AIを使いながら進めていきます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価値の言語化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自分の強みを、AIと壁打ちして言葉にする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210312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EAE3DD"/>
          </a:solidFill>
          <a:ln/>
        </p:spPr>
      </p:sp>
      <p:sp>
        <p:nvSpPr>
          <p:cNvPr id="8" name="Text 6"/>
          <p:cNvSpPr/>
          <p:nvPr/>
        </p:nvSpPr>
        <p:spPr>
          <a:xfrm>
            <a:off x="6519672" y="2194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発信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560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投稿ネタ・リールのシナリオを、型に沿って量産する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F7F3F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00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セッション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診断レポートの下書き、お客様への振り返りメール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310896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EAE3DD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3200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仕組み化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9672" y="35661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LINEの配信文、よくある質問、申込み後の自動案内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E3C9C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AIの使い方だけを教える講座ではありません。AIに渡す「中身」を作るところから、一緒にやります。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8235"/>
            </a:avLst>
          </a:prstGeom>
          <a:solidFill>
            <a:srgbClr val="3E2F3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406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ファッション心理学　×　AI　×　仕組み化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選ばれている方が、整えている7つ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今日は覚えなくて大丈夫です。地図として見てください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" y="2185416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26464" y="210312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価値の言語化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2103120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資格名ではなく「その人がどうなるか」で説明できる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670048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EAE3DD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2752344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26464" y="267004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選ばれる理由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2670048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どんな方の、どんな困りごとに応えるかがはっきりしている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" y="3319272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26464" y="32369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商品の3層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3236976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試す入口・変化を届ける本命・続けて選ばれるもの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3803904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EAE3DD"/>
          </a:solidFill>
          <a:ln/>
        </p:spPr>
      </p:sp>
      <p:sp>
        <p:nvSpPr>
          <p:cNvPr id="20" name="Shape 18"/>
          <p:cNvSpPr/>
          <p:nvPr/>
        </p:nvSpPr>
        <p:spPr>
          <a:xfrm>
            <a:off x="969264" y="3886200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26464" y="38039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発信の設計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3803904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思いつきではなく、見る人の気持ちの順番に沿っている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4370832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25" name="Shape 23"/>
          <p:cNvSpPr/>
          <p:nvPr/>
        </p:nvSpPr>
        <p:spPr>
          <a:xfrm>
            <a:off x="969264" y="4453128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26464" y="437083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販売の導線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14800" y="4370832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見た方が、次にどこへ行けばいいかがつながっている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22960" y="4937760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EAE3DD"/>
          </a:solidFill>
          <a:ln/>
        </p:spPr>
      </p:sp>
      <p:sp>
        <p:nvSpPr>
          <p:cNvPr id="30" name="Shape 28"/>
          <p:cNvSpPr/>
          <p:nvPr/>
        </p:nvSpPr>
        <p:spPr>
          <a:xfrm>
            <a:off x="969264" y="5020056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" y="5020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26464" y="493776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セッションの設計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14800" y="4937760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 → 気づいていただく → それから診断する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22960" y="5504688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35" name="Shape 33"/>
          <p:cNvSpPr/>
          <p:nvPr/>
        </p:nvSpPr>
        <p:spPr>
          <a:xfrm>
            <a:off x="969264" y="5586984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36" name="Text 34"/>
          <p:cNvSpPr/>
          <p:nvPr/>
        </p:nvSpPr>
        <p:spPr>
          <a:xfrm>
            <a:off x="969264" y="5586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26464" y="55046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仕組み化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114800" y="5504688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毎回同じことを手作業でやらない。だから疲れない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22960" y="6172200"/>
            <a:ext cx="10545775" cy="457200"/>
          </a:xfrm>
          <a:prstGeom prst="roundRect">
            <a:avLst>
              <a:gd name="adj" fmla="val 12000"/>
            </a:avLst>
          </a:prstGeom>
          <a:solidFill>
            <a:srgbClr val="E3C9CD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61722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これは、やることリストではありません。今どこにいるかを知るための地図です。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あなたは、どこが空いていますか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4つだけ。心の中で、はい・いいえで答えてみてください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2322576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自分の価値を、資格名を使わずにひとことで言えますか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035808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3163824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37360" y="303580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お客様が本当に困っていることを、その方の言葉で言えますか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877056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2416" y="4005072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37360" y="3877056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診断のあとに続く商品が、ありますか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718304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2416" y="4846320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4718304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セッションで、自分より、お客様が話す時間のほうが長いですか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623560"/>
            <a:ext cx="10545775" cy="777240"/>
          </a:xfrm>
          <a:prstGeom prst="roundRect">
            <a:avLst>
              <a:gd name="adj" fmla="val 8235"/>
            </a:avLst>
          </a:prstGeom>
          <a:solidFill>
            <a:srgbClr val="3E2F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6235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「いいえ」がついた中で、一番小さい番号。そこがあなたの現在地です。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いちばん多いのは、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1番と2番です。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みなさん、集客が課題だと思っていらっしゃいます。でも実際は、その手前で止まっています。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そして1番と2番は、一人ではとても見つけにくい。自分の価値は、自分では当たり前すぎて見えないからです。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「こんなの誰でもできる」と思っていたことが、実は一番の強みだった ―― 本当によくあります。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個別相談で、一緒に整理します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あなたの現在地を、一緒に言葉にしていく時間です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031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いま、どこで詰まっているのか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45352" y="210312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7" name="Text 5"/>
          <p:cNvSpPr/>
          <p:nvPr/>
        </p:nvSpPr>
        <p:spPr>
          <a:xfrm>
            <a:off x="6519672" y="21031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あなたの強みは何で、それをどう言葉にするか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803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診断のあとに、どんな商品があるといいか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45352" y="288036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8803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サービス型か、物販型か、その両方か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E3C9C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売り込みの時間ではありません。わたしのほうが、聞いている時間が長い時間です。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937760"/>
            <a:ext cx="10545775" cy="1051560"/>
          </a:xfrm>
          <a:prstGeom prst="roundRect">
            <a:avLst>
              <a:gd name="adj" fmla="val 6087"/>
            </a:avLst>
          </a:prstGeom>
          <a:solidFill>
            <a:srgbClr val="3E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93776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お話をうかがって、わたしがお役に立てないと思ったら、正直にそうお伝えします。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737360"/>
            <a:ext cx="3017520" cy="3017520"/>
          </a:xfrm>
          <a:prstGeom prst="ellipse">
            <a:avLst/>
          </a:prstGeom>
          <a:solidFill>
            <a:srgbClr val="2A1F26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1737360"/>
            <a:ext cx="3017520" cy="3017520"/>
          </a:xfrm>
          <a:prstGeom prst="ellipse">
            <a:avLst/>
          </a:prstGeom>
          <a:solidFill>
            <a:srgbClr val="3E2F38">
              <a:alpha val="0"/>
            </a:srgbClr>
          </a:solidFill>
          <a:ln w="15875">
            <a:solidFill>
              <a:srgbClr val="C08F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17373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最後までご覧いただき、ありがとうございました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「売れる」は結果。</a:t>
            </a:r>
            <a:endParaRPr lang="en-US" sz="3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「選ばれる」が原因。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そしてそれは、センスではなく、順番で作れます。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46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個別相談は LINE から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資格を取ったのに、なぜ選ばれないのか（ファッション心理学 × AI）</dc:title>
  <dc:subject>PptxGenJS Presentation</dc:subject>
  <dc:creator>Fashion Entrepreneurship Academia</dc:creator>
  <cp:lastModifiedBy>Fashion Entrepreneurship Academia</cp:lastModifiedBy>
  <cp:revision>1</cp:revision>
  <dcterms:created xsi:type="dcterms:W3CDTF">2026-08-10T02:41:31Z</dcterms:created>
  <dcterms:modified xsi:type="dcterms:W3CDTF">2026-08-10T02:41:31Z</dcterms:modified>
</cp:coreProperties>
</file>