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自己紹介はここで1分。20代で商社 → 専業主婦 → 大学院で博士号 → 50歳で大学の教壇 → 57歳で教授。いまは大学院でも教えています。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ここで「どれが良い・悪い」ではないことを必ず伝える。仕事にしたいかどうか、それだけで決まる。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はじめてのAI発信インスタ講座 の説明。金額は口頭でも必ず言うこと。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ファッション心理学AI活用　商品づくり講座 の説明。金額は口頭でも必ず言うこと。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ファッション起業AI活用　マスター講座 の説明。金額は口頭でも必ず言うこと。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ここがこの説明会でいちばん強い場所。数字ではなく実測の話として話す。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「1回しかない」ではなく「1日で作りきる」と言うこと。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ここで売り込まない。「今日決めなくていい」と必ず口に出す。締切は10/14。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120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ファッション起業アカデミア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9659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2026年10月期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3つの講座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41248" y="3931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好きなファッションを、自分の言葉と、仕事の形に。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4754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開講　2026年10月15日（木）21:00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お申し込み締切　10月14日（水）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5943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松岡依里子　ファッション心理学者／大学教授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行き先で選んでください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95528" y="1325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3つは上下ではありません。着きたい場所が違うだけです。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13432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854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発信ができるようになる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6426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お仕事にしなくて大丈夫です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3ヶ月／オンラインのみ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447288"/>
            <a:ext cx="10607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79476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66674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売るものを決めて、形にする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1239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ファッション心理学から商品をつくる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858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3ヶ月／オンライン＋対面1回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928616"/>
            <a:ext cx="10607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5276088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1480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売れるところまで、作りきる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5605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販売の動線と自動化まで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5340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6ヶ月／オンライン＋対面2回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548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はじめてのAI発信インスタ講座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719072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3ヶ月／オンラインのみ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81160" y="530352"/>
            <a:ext cx="2103120" cy="1143000"/>
          </a:xfrm>
          <a:prstGeom prst="roundRect">
            <a:avLst>
              <a:gd name="adj" fmla="val 4800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81160" y="749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100,000円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281160" y="1243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モニター価格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846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972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オンライン講座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計6回（1回90分）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対面ワークショップ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合計の時間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9時間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19659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好きなファッションを、ご自分の言葉にして、発信の形にする3ヶ月です。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これは起業の講座ではありません。販売の仕組みは扱いません。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お仕事にされなくても大丈夫です。そこまででも、十分に意味があります。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2519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5EFEC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515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全コース共通　質問し放題（48時間以内）／動画講座の会員サイト見放題／アーカイブ視聴可／セルフコーチング／動画撮影会1回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今回がはじめての開講なので、モニター価格です。受講後に感想をお聞かせください。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548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ファッション心理学AI活用　商品づくり講座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719072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3ヶ月／オンライン＋対面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81160" y="530352"/>
            <a:ext cx="2103120" cy="1143000"/>
          </a:xfrm>
          <a:prstGeom prst="roundRect">
            <a:avLst>
              <a:gd name="adj" fmla="val 4800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81160" y="749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330,000円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846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972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オンライン講座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計6回（1回90分）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対面ワークショップ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1回（10:00-15:00・東京）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合計の時間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14時間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9659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まず、ファッション心理学を学びます。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「似合う」とは何が起きているのか。人はなぜ服を選び、なぜ迷うのか。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そのうえで、それを材料にして、ご自分の商品をつくります。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5EFEC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全コース共通　質問し放題（48時間以内）／動画講座の会員サイト見放題／アーカイブ視聴可／セルフコーチング／動画撮影会1回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知識を仕入れて終わりにしません。3ヶ月で、売るものが決まります。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548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ファッション起業AI活用　マスター講座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719072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6ヶ月／オンライン＋対面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81160" y="530352"/>
            <a:ext cx="2103120" cy="1143000"/>
          </a:xfrm>
          <a:prstGeom prst="roundRect">
            <a:avLst>
              <a:gd name="adj" fmla="val 4800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81160" y="749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550,000円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281160" y="1243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定員 5名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846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972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オンライン講座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計12回（1回90分）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対面ワークショップ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2回（各10:00-15:00・東京）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合計の時間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28時間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19659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前半の3ヶ月　ファッション心理学を学び、商品をつくる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後半の3ヶ月　販売の動線をつくり、自動化する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UTAGE・公式LINEを使った申し込みの仕組み、コーチングセールスまで。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2519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5EFEC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515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全コース共通　質問し放題（48時間以内）／動画講座の会員サイト見放題／アーカイブ視聴可／セルフコーチング／動画撮影会1回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伴走する期間が長いので、5名までにしています。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なぜ、6ヶ月なのか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95528" y="1325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2026年9月に、実際にやってみて分かったことです。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0292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3ヶ月で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できた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4015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・ご自分の商品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・AIで作ったリール1本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・ファッション心理学の一部／コーチング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029200" cy="2514600"/>
          </a:xfrm>
          <a:prstGeom prst="roundRect">
            <a:avLst>
              <a:gd name="adj" fmla="val 2182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3ヶ月では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6517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できない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4015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・販売の動線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・申し込みから決済までの自動化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・コーチングセールス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92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3ヶ月で、売るものは決まります。けれど、売る道は、まだできません。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推測ではなく、やってみて出た答えです。／「二」の3ヶ月で区切っても構いません。そこまででも、売るものは手元に残ります。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対面は「ワークショップ」です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95528" y="1325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話を聞く日ではありません。手を動かして、作る日です。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10:00 - 15:00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5時間。オンライン3回分を超えます。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ご案内のページ、申し込みのフォーム、決済まで。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AIとUTAGEを使って、その場で一緒に作ります。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対面の日は、コースごとに分けません。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F5EFEC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特典　動画撮影会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丸の内・2時間・どのコースにも1回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00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「発信したいけれど、撮るものがない」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これが、いちばん多いお悩みでした。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撮影は卒業生がお手伝いします。ご参加は任意です。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ひとりでやると、たいてい途中で止まります。だから、作りきる日をつくりました。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持って帰っていただくもの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95528" y="1325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この講座は、成果ではなく成果物をお渡しします。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21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自分の強みを、1枚にまとめた紙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121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書き直した、プロフィール文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14984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8803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3081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ご自分で作ったリール 6本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8803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3081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AIで投稿文を書く、プロンプトの型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8404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9728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撮影会で撮った、ご自分の動画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069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5EFEC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ご自分の商品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4069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二・三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8006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5EFEC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97280" y="5001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実際に動く申し込みの動線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5029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ご家族の介護やお仕事があっても、できたか・できていないかだけで見られる形にしています。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先に、正直にお伝えします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783080"/>
            <a:ext cx="51206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向いていない方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今すぐ収入にしたい方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言われたとおりにやりたい方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649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自分の言葉を探す講座です。当てはまる方は、見送ってください。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120640" cy="2331720"/>
          </a:xfrm>
          <a:prstGeom prst="roundRect">
            <a:avLst>
              <a:gd name="adj" fmla="val 2353"/>
            </a:avLst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お約束しないこと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06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フォロワーが増えること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売上が出ること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お仕事になること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51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何をどう進めるかは、おひとりずつ違います。手順と考え方をお伝えし、続けられる形にするところまでを一緒にやります。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5EFEC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177800" dist="38100" dir="5400000">
              <a:srgbClr val="6D2E46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97280" y="5321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出られない回があっても大丈夫です。すべて録画してアーカイブに残します。動画講座の会員サイトも見放題です。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0"/>
            <a:ext cx="36576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640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受講料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　はじめてのAI発信インスタ講座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947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3ヶ月・9時間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618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100,000円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　ファッション心理学AI活用　商品づくり講座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62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3ヶ月・14時間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330,000円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　ファッション起業AI活用　マスター講座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76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6ヶ月・28時間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34472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550,000円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526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お支払いは一括（クレジットカード／銀行振込）。分割のご相談にも応じます。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166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今日、決めなくて大丈夫です。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715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合わないと思われたら、見送ってくださってかまいません。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ご質問はいつでも。48時間以内にお返事します。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2026-09-20T10:33:29Z</dcterms:created>
  <dcterms:modified xsi:type="dcterms:W3CDTF">2026-09-20T10:33:29Z</dcterms:modified>
</cp:coreProperties>
</file>