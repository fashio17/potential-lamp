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自己紹介はここで1分。20代で商社 → 専業主婦 → 大学院で博士号 → 50歳で大学の教壇 → 57歳で教授。いまは大学院でも教えています。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「どれが良い・悪い」ではない。仕事にしたいかどうか、それだけで決まる。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はじめてのAI発信インスタ講座 の説明。金額は口頭でも必ず言うこと。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ファッション心理学AI活用　商品づくり講座 の説明。金額は口頭でも必ず言うこと。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ファッション起業AI活用　マスター講座 の説明。金額は口頭でも必ず言うこと。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ここがこの説明会でいちばん強い場所。実測の話として話す。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ここで売り込まない。「今日決めなくていい」と必ず口に出す。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822960"/>
            <a:ext cx="4297680" cy="286207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1887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ファッション起業アカデミア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737360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2026年10月期</a:t>
            </a:r>
            <a:endParaRPr lang="en-US" sz="4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3つの講座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41248" y="36118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好きなファッションを、自分の言葉と、仕事の形に。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22960" y="4343400"/>
            <a:ext cx="60350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5262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開講　2026年10月15日（木）21:00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お申し込み締切　10月14日（水）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7607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松岡依里子　ファッション心理学者／大学教授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松岡依里子（まつおか えりこ）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ファッション心理学者／大学教授・64歳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783080"/>
            <a:ext cx="2926080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187452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大学教授（ファッションビジネス研究室）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Fashion Laboratory 代表／ファッション起業アカデミア 主宰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ファッション行動を心理学的に分析する研究をしています。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着こなしのご提案はしていません。「似合うとは何が起きているのか」を研究する立場です。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4206240"/>
            <a:ext cx="731520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43891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20代　ファッションの商社で仕入れと営業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75488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　　結婚して、長く専業主婦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2064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　　大学院に入り直して、博士号を取得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48640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50歳　大学の教壇へ　　57歳　大学教授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585216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　　その後、起業。いまは大学院でも教えています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これまでにやってきたこと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9202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30年以上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297680" y="212140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ファッション心理学の研究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297180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3832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3000名以上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358444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学生・社会人へのキャリア指導と起業指導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4348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846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3カ国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504748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ソウル・パリ・ニューヨークで自分の足で実地リサーチ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58978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62179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ファッション心理学・コーチング・SNSマーケティングの3つで、ビジネスを立ち上げるところまでをご一緒します。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ファッション起業で収益化する7つの技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874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自身の強み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2258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ファッション心理学を学び、AIも使って商品をつくる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二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926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SNSの発信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33101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インスタグラムを中心に情報を届ける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977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動画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43616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リールをはじめとした動画の制作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5029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集客動線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54132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お客さまが集まる道を設計する。ここでもAI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五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812280" y="1874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LP・バナー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2258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申し込みページとバナーの制作。AIで時間を縮める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812280" y="2926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セールス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812280" y="33101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売る技術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七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812280" y="3977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812280" y="43616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お客さまとご自分に向き合う技術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AIは、何をしてくれるのか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AIは、ゼロから何かを作る道具ではありません。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10698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240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332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自分の中にすでにあるものを、投稿文・画像・教材に展開してくれる共同制作者です。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332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素材は、あなたの人生の中にあります。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7033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画像生成・アイデア出し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37033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ChatGPT／Claude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25196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5720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動画編集・リール作成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45720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51206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54406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LP作成・アプリ作成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54406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Code／Codex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598932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6ヶ月のロードマップ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1年かかることを、6ヶ月に凝縮しています。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51206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2402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〜 4ヶ月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788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土台をつくる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461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インスタマーケティング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売れる商品と、仕組みの土台をつくります。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965960"/>
            <a:ext cx="51206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0" y="22402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〜 6ヶ月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2788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売れる仕組みにする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24612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ファーストキャッシュをとる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プロモーションの強化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売れる仕組み化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ビジネスの改善と加速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3ヶ月で区切っても構いません。そこまででも、売るものは手元に残ります。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受講生の声　一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お名前と数字は、ご本人の許可をいただいて載せています。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船渡恭子 様（50代）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帽子コーディネーター／デザイナー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受講前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80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帽子でビジネスができるのか、不安がいっぱいでした。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307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その後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05072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帽子ブランドを立ち上げ、オンラインストアを運営。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初のポップアップショップで7桁を達成。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フォロワーは5,000から19,000へ。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ライブをすれば必ず売れる状況が続いています。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965960"/>
            <a:ext cx="1600200" cy="212826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76072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冨永彩心 さん（50代）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760720" y="2194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ブランディングスタイリスト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76072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受講前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760720" y="2880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集客は得意でしたが、3,000円の商品は売れても高額が難しく、コーチングを学びました。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760720" y="37307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その後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760720" y="4005072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30万円程度から7桁に。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 7.2万人。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2024年3月に書籍も出版されました。</a:t>
            </a:r>
            <a:endParaRPr lang="en-US" sz="12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965960"/>
            <a:ext cx="1600200" cy="21282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受講生の声　二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元地陽子 様（40代）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94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神戸・ファッションスタイリスト／セレクトショップ経営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受講前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8036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はじめは、何をすれば良いのか分かりませんでした。ファッション心理学とコーチングが必要だと思い、入りました。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307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その後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005072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アクセサリーブランドを立ち上げ、初月から20万円以上。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4万人以上／インスタ 2.1万人。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いまはアパレルも作り、ライブで完売しています。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「行動するということが、本当に重要です」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岩高要子 さん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194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神戸・セレクトショップ3店舗経営／専務取締役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受講前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880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コロナで来店が減り、独自にインスタをやっていましたが、成果が出ませんでした。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37307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その後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005072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スタッフ全員でインスタ運用を受講。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インスタ経由の問い合わせと購入が急増し、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海外からのご注文も。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売上はコロナ前以上になりました。</a:t>
            </a:r>
            <a:endParaRPr lang="en-US" sz="12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1965960"/>
            <a:ext cx="1463040" cy="19458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受講生の声　三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「資格はあるのに、仕事にならない」ところから始まった方です。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鈴木 様（50代）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魅力開花セールスコーチ／元・会社員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受講前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80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イメージコンサルタントで起業する人が増え、どう差別化するか、プロとしてやっていく自信がないことが悩みでした。（スタイリストやアパレルの経験がなかったので）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307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その後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05072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自分の経歴と強みを洗い出すうちに、会社員時代の経験を活かした商品が作れると分かりました。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ファッションにこだわらない、新しい商品ができました。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「起業家として出発する土台づくりができました」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石田 様（50代）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1945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ウェルビーイングファッション®︎スタイリスト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受講前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8803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ウェルビーイングファッションを広めたいと思っていましたが、ビジネスの方法が分かりませんでした。インスタもLINEもLPも知りませんでした。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7307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その後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4005072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ファッション心理学で、感じていたことの裏付けが得られました。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1DAY講座を一緒に開催し、バックエンドも販売できました。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商標登録も取られています。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受講生の声　四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パートから始めて、いまはご自分のお仕事にされています。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920240"/>
            <a:ext cx="2743200" cy="3657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中島ようこ 様（40代・ママ起業家）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945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パーソナルスタイリスト（熊本）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受講前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起業で何から始めて良いのか分からず、アパレル系の企業でパートとして働いていました。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7307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その後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005072"/>
            <a:ext cx="7132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マスター講座で、コーチング・ファッション心理学・インスタマーケティングを学びました。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商品を作り、パーソナルスタイリストとしてモニターから始めました。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フォロワーもLINE登録者も増え、月収は会社員のころを超えました。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お子さんお二人を育てながら、いまも活動されています。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受講生の声　五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短いお声もいただいています。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Kさん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8541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服飾大学卒業後 ZARA 勤務／現在フリーデザイナー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9631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最新の情報でびっくりすることが多いです。私の強みに合わせたブランディングをしてくださるので、本当にためになりました。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77240" y="317296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Sさん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218541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スタイリスト／イメージコンサルタント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249631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どんなメニューで展開したらよいのか迷っていましたが、方向性がはっきりしました。商品作りが斬新で、学びに役立ちました。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55080" y="317296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291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Tさん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60273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セレクトショップ オーナー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91363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コーチングでモチベーションが上がりました。ショップの商品をネットで販売する方法を学び、売上も上がりました。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459028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3291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Mさん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360273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外資系IT 勤務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91363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副業を考えて受講しました。学んでいるうちに、コンテストのファイナリストになるなど、思わぬ成果が出ています。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459028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7091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松田れい 様（20代）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0200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ブランディングプロデューサー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33095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ファッションについて言語化できるようになりました。副業で始めましたが、本職をやめて複業でビジネスを展開し始めました。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600760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55080" y="47091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西尾 様（40代）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50200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ひとり起業家のためのセールスコーチ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533095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LINEステップ、集客、コーチングを教えていただき、50万円の収益に。その後すぐに7桁を超えました。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55080" y="600760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行き先で選んでください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3つは上下ではありません。着きたい場所が違うだけです。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48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20116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2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発信ができるようになる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72768" y="2514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お仕事にしなくて大丈夫です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21945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3ヶ月／オンラインのみ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0632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5204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二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383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2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売るものを決めて、形にする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8862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ファッション心理学から商品をつくる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3566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3ヶ月／オンライン＋対面1回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44348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8920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47548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2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売れるところまで、作りきる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52578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販売の動線と自動化まで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49377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6ヶ月／オンライン＋対面2回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58064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457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はじめてのAI発信インスタ講座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12344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3ヶ月／オンラインのみ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778240" y="5029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100,000円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77824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モニター価格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7830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オンライン講座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計6回（1回90分）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7614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対面ワークショップ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761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なし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1985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合計の時間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41985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9時間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0" y="2057400"/>
            <a:ext cx="0" cy="182880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20116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好きなファッションを、ご自分の言葉にして、発信の形にする3ヶ月です。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これは起業の講座ではありません。販売の仕組みは扱いません。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お仕事にされなくても大丈夫です。そこまででも、十分に意味があります。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348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617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全コース共通　質問し放題（48時間以内）／動画講座の会員サイト見放題／アーカイブ視聴可／セルフコーチング／動画撮影会1回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394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今回がはじめての開講なので、モニター価格です。受講後に感想をお聞かせください。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二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457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ファッション心理学AI活用　商品づくり講座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12344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3ヶ月／オンライン＋対面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778240" y="5029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330,000円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オンライン講座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計6回（1回90分）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614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対面ワークショップ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761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1回（10:00-15:00）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41985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合計の時間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341985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14時間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0" y="2057400"/>
            <a:ext cx="0" cy="182880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20116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まず、ファッション心理学を学びます。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「似合う」とは何が起きているのか。人はなぜ服を選び、なぜ迷うのか。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そのうえで、それを材料にして、ご自分の商品をつくります。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4348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617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全コース共通　質問し放題（48時間以内）／動画講座の会員サイト見放題／アーカイブ視聴可／セルフコーチング／動画撮影会1回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394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知識を仕入れて終わりにしません。3ヶ月で、売るものが決まります。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457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ファッション起業AI活用　マスター講座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627632" y="12344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6ヶ月／オンライン＋対面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778240" y="5029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550,000円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77824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定員 5名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7830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オンライン講座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計12回（1回90分）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7614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対面ワークショップ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761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2回（各10:00-15:00）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1985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合計の時間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41985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28時間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0" y="2057400"/>
            <a:ext cx="0" cy="182880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20116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前半の3ヶ月　ファッション心理学を学び、商品をつくる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後半の3ヶ月　販売の動線をつくり、自動化する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UTAGE・公式LINEを使った申し込みの仕組み、コーチングセールスまで。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3484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617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全コース共通　質問し放題（48時間以内）／動画講座の会員サイト見放題／アーカイブ視聴可／セルフコーチング／動画撮影会1回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394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伴走する期間が長いので、5名までにしています。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講座の中身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5つに分かれています。「三」はこの全部、「二」は一と二と五の一部です。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562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商品作成とマーケティング基礎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18288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ポジショニング／マーケティング概論／リサーチと自己分析／商品作成と説明用パワポ／LP作成／コピーライティング／AI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31520" y="2633472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706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二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インスタ企画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7432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アルゴリズム／AI活用・EDITS／インサイト分析／競合リサーチ／動画撮影／動画編集／シナリオの書き方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3547872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6850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657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動線設計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36576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公式LINEのプレゼント作成（PDF・教育動画）／エルメとの連携／LINEステップ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1520" y="4462272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994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572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商品販売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5720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セミナー・個別相談の企画／教育動画／バックエンド販売／資料作成／セールスの方法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5376672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55138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五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5486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 × ファッション心理学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54864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（自己管理・目標設定・セールス）／ファッション理論（素材・デザイン・シルエット・ブランド・色）／ファッション心理学（心理スケール・潜在意識・規範・流行・ライフスタイル・印象管理）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1520" y="6291072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各回の内容　AI × SNSマーケティング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全11回。内容と回数は変わることがあります。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ポジショニングとマーケティングの仕組み／競合リサーチ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5328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5328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ファッション理論とフロント企画の事例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08152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1912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191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商品作成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739896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84962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84962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ChatGPTによる商品作成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398264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079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5079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インスタグラムのアルゴリズム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" y="5056632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166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5166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インスタのアカウント設計とシナリオ作成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" y="57150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55080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リール・ストーリーズ・ライブ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55080" y="242316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55080" y="25328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5328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公式LINEとエルメの接続／LINEステップ／自動集客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55080" y="3081528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55080" y="31912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3191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（調整回）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55080" y="3739896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55080" y="384962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040880" y="384962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コピーライティング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55080" y="4398264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55080" y="45079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040880" y="45079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ChatGPTとCanvaでLP作成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355080" y="5056632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各回の内容　ファッション心理学 × コーチング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全7回。内容と回数は変わることがあります。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9202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コーチングの基礎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79552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52374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523744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目標設定コーチング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3026664"/>
            <a:ext cx="79552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1272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12724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セールスコーチング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3630168"/>
            <a:ext cx="79552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7307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73075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 一　自分を知る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7240" y="4233672"/>
            <a:ext cx="79552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3342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334256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 二　社会との関係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77240" y="4837176"/>
            <a:ext cx="79552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937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49377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 三　他人との関係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77240" y="5440680"/>
            <a:ext cx="79552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5412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541264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実践者の講演会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7240" y="6044184"/>
            <a:ext cx="79552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0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ご相談し放題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ZOOM／LINEチャット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お電話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なぜ、6ヶ月なのか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2026年9月に、実際にやってみて分かったことです。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51206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3ヶ月で　できた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01752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ご自分の商品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AIで作ったリール 1本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ファッション心理学の一部／コーチング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965960"/>
            <a:ext cx="51206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7512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3ヶ月では　できない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301752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販売の動線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申し込みから決済までの自動化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コーチングセールス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8006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32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3ヶ月で、売るものは決まります。けれど、売る道は、まだできません。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4864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推測ではなく、やってみて出た答えです。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対面は「ワークショップ」です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話を聞く日ではありません。手を動かして、作る日です。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202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10:00 - 15:00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51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5時間。オンライン3回分を超えます。会場は東京です。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089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ご案内のページ、申し込みのフォーム、決済まで。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AIとUTAGEを使って、その場で一緒に作ります。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対面の日は、コースごとに分けません。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ひとりでやると、たいてい途中で止まります。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920240"/>
            <a:ext cx="0" cy="301752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1920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今回ご参加の方への特典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24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2606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一緒にインスタライブ／アカウント共有でご紹介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295351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アメブロ 2,600名／インスタ 8,500名程度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34107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勉強会へ無料でご招待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233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421538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動画撮影会 1回 無料でご招待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456285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丸の内・2時間。撮影は卒業生がお手伝いします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「1回しかない」ではなく「1日で作りきる」日です。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持って帰っていただくもの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この講座は、成果ではなく成果物をお渡しします。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659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自分の強みを、1枚にまとめた紙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19933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25146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55080" y="19659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書き直した、プロフィール文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61320" y="19933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25146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8803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ご自分で作ったリール 6本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29077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34290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28803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AIで投稿文を書く、プロンプトの型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561320" y="29077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55080" y="34290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94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撮影会で撮った、ご自分の動画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983480" y="38221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全コース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3434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55080" y="3794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ご自分の商品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61320" y="38221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二・三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55080" y="43434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実際に動く申し込みの動線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983480" y="4736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5257800"/>
            <a:ext cx="512064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ご家族の介護やお仕事があっても、できたか・できていないかだけで見られる形にしています。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一般的な価格の相場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26187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ご参考までに。同じような講座の、いまの相場です。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202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動画のみのインスタマーケティング（4ヶ月）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595360" y="19202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45万円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42316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523744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サポート付きインスタマーケティング（6ヶ月）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595360" y="2523744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66万円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026664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12724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サポート付きVIPインスタマーケティング（6ヶ月）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31272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100万円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630168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7307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コーチング講座（資格なし）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0" y="373075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40万円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233672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334256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ファッション心理学講座（サポートなし）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4334256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50万円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837176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9377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オリジナルデザイン物販講座（導入編）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49377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45万円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1520" y="54406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541264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AI込みの講座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595360" y="5541264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100万円超え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31520" y="6044184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6217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比べていただくためのものです。「だから安い」と申し上げるつもりはありません。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受講料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920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8288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はじめてのAI発信インスタ講座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481328" y="2240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3ヶ月・9時間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863840" y="18745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100,000円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二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9718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ファッション心理学AI活用　商品づくり講座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383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3ヶ月・14時間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30175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330,000円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206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1148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ファッション起業AI活用　マスター講座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4526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6ヶ月・28時間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1605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550,000円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731520" y="498348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54864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お支払いは一括（クレジットカード／銀行振込）。分割のご相談にも応じます。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銀行振込のお支払い期限は、お申し込みから7日以内です。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先に、正直にお伝えします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向いていない方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4231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今すぐ収入にしたい方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言われたとおりにやりたい方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429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自分の言葉を探す講座です。当てはまる方は、見送ってください。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1828800"/>
            <a:ext cx="0" cy="219456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828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お約束しないこと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42316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フォロワーが増えること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売上が出ること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お仕事になること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4343400"/>
            <a:ext cx="1069848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5262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何をどう進めるかは、おひとりずつ違います。手順と考え方をお伝えし、続けられる形にするところまでを一緒にやります。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257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6A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出られない回があっても大丈夫です。すべて録画してアーカイブに残します。動画講座の会員サイトも見放題です。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38160" y="0"/>
            <a:ext cx="40233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9456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今日、決めなくて大丈夫です。</a:t>
            </a:r>
            <a:endParaRPr lang="en-US" sz="3800" dirty="0"/>
          </a:p>
        </p:txBody>
      </p:sp>
      <p:sp>
        <p:nvSpPr>
          <p:cNvPr id="4" name="Shape 1"/>
          <p:cNvSpPr/>
          <p:nvPr/>
        </p:nvSpPr>
        <p:spPr>
          <a:xfrm>
            <a:off x="822960" y="3291840"/>
            <a:ext cx="6766560" cy="0"/>
          </a:xfrm>
          <a:prstGeom prst="line">
            <a:avLst/>
          </a:prstGeom>
          <a:noFill/>
          <a:ln w="12700">
            <a:solidFill>
              <a:srgbClr val="E0D6D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352044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合わないと思われたら、見送ってくださってかまいません。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ご質問はいつでも。48時間以内にお返事します。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332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お申し込みの締切は 10月14日（水）です。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8521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ファッション起業アカデミア　松岡依里子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2026-09-21T06:06:03Z</dcterms:created>
  <dcterms:modified xsi:type="dcterms:W3CDTF">2026-09-21T06:06:03Z</dcterms:modified>
</cp:coreProperties>
</file>