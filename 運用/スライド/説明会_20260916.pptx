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ここが今日の芯。後半の講座の話まで、この一本で通す。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ここで一度、聞いている方の話に引き寄せる。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申し込みのURLと個別相談のURLを、チャットに貼る。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par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　講座説明会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7830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売れる服と売れない服の違いを、</a:t>
            </a:r>
            <a:endParaRPr lang="en-US" sz="29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あなたの発信に変える90分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4290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2026年9月16日（水）21:00-22:30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 45分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44368" y="132588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商社で見た「売れる服と売れない服の違い」／3カ国で見てきたこと／リール17本の結果／書き出すワーク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後半 45分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944368" y="237744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10月から始まる講座のご案内と、ご質問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49040"/>
            <a:ext cx="7461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先にお伝えしておきます。後半の20分は、講座のご案内です。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身構えずに聞いてください。合わなければ、見送ってくださってかまいません。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me_st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2788920" cy="3749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3898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ファッションの商社で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仕入れと営業をしていました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075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そのあと、長く専業主婦でした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7614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50歳を過ぎてから猛勉強して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大学教授になりました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6118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30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いまはファッション心理学者／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ファッションビジネス研究者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4892040" cy="548640"/>
          </a:xfrm>
          <a:prstGeom prst="roundRect">
            <a:avLst>
              <a:gd name="adj" fmla="val 13333"/>
            </a:avLst>
          </a:prstGeom>
          <a:solidFill>
            <a:srgbClr val="ECE2D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5528" y="4297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あきらめなければ、いくつからだって夢は叶う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売れる服と、売れない服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商社にいたころ、毎シーズン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何百という服を見ていました。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2402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違いは、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デザインでは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ありませんでした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66928" y="37947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3886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売れたのは「誰に着てほしいか」が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決まっている服でした。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これは、服だけの話ではありません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資格があるのに、仕事になっていない。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発信しているけれど、続かない。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何を書けばいいのか分からない。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0332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足りないのは、実力ではありません。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誰に届けるかが、まだ決まっていないだけです。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見てきたこと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2026年・実地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c_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32120" y="2971800"/>
            <a:ext cx="3044952" cy="1463040"/>
          </a:xfrm>
          <a:prstGeom prst="roundRect">
            <a:avLst>
              <a:gd name="adj" fmla="val 5000"/>
            </a:avLst>
          </a:prstGeom>
          <a:solidFill>
            <a:srgbClr val="F7F3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60720" y="3108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4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2578608" cy="1143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安く、たくさん試して、違ったら次へ。流行を追うのではなく、つくっていました。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28416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9" name="Image 1" descr="/tmp/claude-0/-home-user-potential-lamp/1a5c0839-14a8-5840-9db3-563ce87c0be0/scratchpad/img/c_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1234440"/>
            <a:ext cx="2578608" cy="1143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9584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529584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29584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服そのものはオーソドックス。小物で、一点だけ効かせていました。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9904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14" name="Image 2" descr="/tmp/claude-0/-home-user-potential-lamp/1a5c0839-14a8-5840-9db3-563ce87c0be0/scratchpad/img/c_n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9904" y="1234440"/>
            <a:ext cx="2578608" cy="1143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91072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291072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291072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昼はスニーカー、夜はドレス。時間帯で切り替えていました。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2900" dirty="0"/>
          </a:p>
        </p:txBody>
      </p:sp>
      <p:pic>
        <p:nvPicPr>
          <p:cNvPr id="3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913632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ソウルで見た売り場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" y="2971800"/>
            <a:ext cx="3913632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45643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3913632" cy="3108960"/>
          </a:xfrm>
          <a:prstGeom prst="roundRect">
            <a:avLst>
              <a:gd name="adj" fmla="val 2353"/>
            </a:avLst>
          </a:prstGeom>
          <a:solidFill>
            <a:srgbClr val="ECE2D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965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606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その社会が何を怖がっているかが、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売り場の言葉に出ます。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26280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2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どうリールにしたか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全部公開します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264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258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075688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17627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75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82549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9260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25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2057400"/>
            <a:ext cx="685800" cy="45720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25880"/>
            <a:ext cx="3319272" cy="1874520"/>
          </a:xfrm>
          <a:prstGeom prst="roundRect">
            <a:avLst>
              <a:gd name="adj" fmla="val 3902"/>
            </a:avLst>
          </a:prstGeom>
          <a:solidFill>
            <a:srgbClr val="ECE2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406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リール1本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シナリオ・テロップ・キャプション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まで、AIと一緒に組み立てます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70332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9904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88036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15468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82896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173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3055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4378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そこが、講座で言葉にしていくところです。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n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2026年10月13日（火）開講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講座で学ぶこと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5270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1325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AIを中心とした発信の動線設計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367528" y="1325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撮る・書く・届けるまで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24871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感性と顧客心理を言葉にする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24612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344728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コーチングの基礎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3246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押しつけずに、続く形にする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AIは、ゼロから作る道具ではありません。自分の中にあるものを展開する共同制作者です。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つくるのは、あなたの動線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8" name="Shape 6"/>
          <p:cNvSpPr/>
          <p:nvPr/>
        </p:nvSpPr>
        <p:spPr>
          <a:xfrm>
            <a:off x="2203704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2724912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24912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言葉にする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94176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4361688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1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編集して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30952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56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98464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98464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22976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LINEに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集める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67728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23" name="Shape 21"/>
          <p:cNvSpPr/>
          <p:nvPr/>
        </p:nvSpPr>
        <p:spPr>
          <a:xfrm>
            <a:off x="7114032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EC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7635240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59752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3246120"/>
            <a:ext cx="8010144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86968" y="3246120"/>
            <a:ext cx="73700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ここまでを、ひとつながりで組み立てます。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1つでも欠けると、投稿は伸びても、仕事にはつながりません。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AIが苦手でも大丈夫です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" y="1691640"/>
            <a:ext cx="7278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AIが苦手な方には、使わないやり方もお伝えします。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2240280"/>
            <a:ext cx="7278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ただ、正直に申し上げます。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動線を作る作業は、AIを使ったほうが圧倒的に楽です。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好きになる必要はありません。使えるところだけ使ってください。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先に、向いていない方をお伝えします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今すぐ収入にしたい方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1965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時間がかかります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697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言われたとおりにやりたい方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08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自分の言葉を探す講座です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776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当てはまる方は、今日は見送ってください。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801014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325526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AIリール講座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ファッション起業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アカデミア講座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3ヶ月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対面ワークショップ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質問会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事前の個別サポート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動画講座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質問し放題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チャット＋必要ならZoomも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4224528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対面ワークショップは10:00-15:00、東京です。アカデミア講座はオンラインでもご参加いただけます。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535424"/>
            <a:ext cx="8010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どちらが上ということではありません。関わり方が違います。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どちらを選びますか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743200"/>
          </a:xfrm>
          <a:prstGeom prst="roundRect">
            <a:avLst>
              <a:gd name="adj" fmla="val 266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まず、リールから始めたい方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AIリール講座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505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3ヶ月。オンライン3回と、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対面ワークショップが1回。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質問は、チャットでお受けします。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13632" cy="2743200"/>
          </a:xfrm>
          <a:prstGeom prst="roundRect">
            <a:avLst>
              <a:gd name="adj" fmla="val 2667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仕事の形まで作りたい方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4505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6ヶ月。毎月お会いします。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対面は東京、オンラインも可。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必要なら、Zoomでもお受けします。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8010144" cy="640080"/>
          </a:xfrm>
          <a:prstGeom prst="roundRect">
            <a:avLst>
              <a:gd name="adj" fmla="val 11429"/>
            </a:avLst>
          </a:prstGeom>
          <a:solidFill>
            <a:srgbClr val="F7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206240"/>
            <a:ext cx="7461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迷われたら、そのままおっしゃってください。合わないほうを、はっきり申し上げます。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179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AIリール講座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220,000円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3ヶ月／定員10名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お支払いは一括です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660,000円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6ヶ月／定員10名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お支払いは一括です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6576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金額を伏せたままお集めしたくないので、この場で全部お伝えしました。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今日お決めいただく必要はありません。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定員と締切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371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お申し込み締切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3716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2026年10月12日（月）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286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開講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22860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2004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2004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01568" y="32004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どちらも10名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2062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締切の翌日が開講です。お手続きの都合がある方は、早めにご連絡ください。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出られない回があっても大丈夫です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630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会員サイトがあります。動画講座は見放題です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4028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出られない回は、動画で追っていただけます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175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ご質問は、いつでもチャットでお受けします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講座のあいだには、どうしても出られない回が出てくると思います。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迷われている方へ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この場でご質問いただければ、そのままお答えします。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個別にお話ししたい方には、1対1の時間もご用意しています。無料です。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合わなければ、見送ってくださってかまいません。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2026-09-13T13:31:28Z</dcterms:created>
  <dcterms:modified xsi:type="dcterms:W3CDTF">2026-09-13T13:31:28Z</dcterms:modified>
</cp:coreProperties>
</file>