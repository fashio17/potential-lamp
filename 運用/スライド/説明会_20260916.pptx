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691640"/>
            <a:ext cx="8010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AIで発信に変える90分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4290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　／　松岡依里子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3カ国で見てきたこと／それをどうリールにしたか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1417320"/>
            <a:ext cx="7278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ファッション心理学の研究者／大学教授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0299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2075688"/>
            <a:ext cx="7278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 主宰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688336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88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734056"/>
            <a:ext cx="7278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長く専業主婦。50歳を過ぎてから猛勉強して大学教授に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34670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46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3392424"/>
            <a:ext cx="7278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研究テーマは「服が自信に変わる仕組み」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8010144" cy="566928"/>
          </a:xfrm>
          <a:prstGeom prst="roundRect">
            <a:avLst>
              <a:gd name="adj" fmla="val 12903"/>
            </a:avLst>
          </a:prstGeom>
          <a:solidFill>
            <a:srgbClr val="ECE2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4261104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自分のことをあきらめなければ、いくつからだって夢は叶う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7452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88036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　2026年・実地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2926080" cy="2377440"/>
          </a:xfrm>
          <a:prstGeom prst="roundRect">
            <a:avLst>
              <a:gd name="adj" fmla="val 3077"/>
            </a:avLst>
          </a:prstGeom>
          <a:solidFill>
            <a:srgbClr val="F7F3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0" y="16916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26517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95528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95528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423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流行を追うのではなく、つくっていました。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28416" y="1325880"/>
            <a:ext cx="2578608" cy="26517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57016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7016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57016" y="2423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小物で、一点だけ効かせていました。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89904" y="1325880"/>
            <a:ext cx="2578608" cy="26517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18504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318504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18504" y="24231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靴だけ履き替えて、時間帯で切り替えていました。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36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32588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19472" y="1536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9659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4023360"/>
            <a:ext cx="7461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どちらが正しいかではありません。その社会が何を怖がっているかが、売り場の言葉に出ます。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7452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それを、どうリールにしたか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88036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画面をお見せしながら、全部公開します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81328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16712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67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31136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916936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16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98094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023360"/>
            <a:ext cx="7461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2578608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249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28416" y="1371600"/>
            <a:ext cx="2578608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249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9904" y="1371600"/>
            <a:ext cx="2578608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53619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249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297180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24612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36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19472" y="1536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965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35608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488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6207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そこが、6ヶ月かけて言葉にしていくところです。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7452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88036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　2026年10月15日 開講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この6ヶ月で学ぶこと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違うのは、2つだけです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8010144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88336"/>
                <a:gridCol w="267004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レギュラー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VIP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講座（月1回・計6回）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1・4ヶ月目はハイブリッド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ほかはオンライン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毎月すべて対面（東京）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質問会（月1回・計6回）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個別のZoom対応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契約後すぐ／最終月の2回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無制限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無制限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ランチ会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4ヶ月目・合同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4ヶ月目・合同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1605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質問会もランチ会も、どちらのコースの方も一緒です。対面はハイブリッドなので、遠方の方はオンラインで参加できます。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011680"/>
          </a:xfrm>
          <a:prstGeom prst="roundRect">
            <a:avLst>
              <a:gd name="adj" fmla="val 3636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36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レギュラーコース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398,000円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定員10名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011680"/>
          </a:xfrm>
          <a:prstGeom prst="roundRect">
            <a:avLst>
              <a:gd name="adj" fmla="val 3636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VIPコース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697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定員3名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2044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レギュラーは、講座6回・質問会6回・個別Zoom 2回・ランチ会で15回。1回あたり約26,500円です。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お支払いは一括をお願いしています。分割をご希望の方はご相談ください。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767328" y="1554480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2026年10月10日（土）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487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2468880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2026年10月15日（木）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4015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VIPコース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3383280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定員3名。埋まり次第、締め切ります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毎月お会いして、Zoomでも随時お受けするので、3名がお約束を守れる限界です。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会員サイトがあります。動画の教材も順次増えています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欠席された回は、アーカイブでご覧いただけます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VIPの方には、その回のぶんを個別でおぎないます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023360"/>
            <a:ext cx="7461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今日、お決めいただかなくて大丈夫です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迷われている方には、個別相談をご用意しています。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1対1で、合うかどうかを一緒に見る時間です。無料です。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2026-09-03T00:32:28Z</dcterms:created>
  <dcterms:modified xsi:type="dcterms:W3CDTF">2026-09-03T00:32:28Z</dcterms:modified>
</cp:coreProperties>
</file>