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カメラはオフのままで結構です、途中退出も可、と最初に伝える。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可能自己（Markus &amp; Nurius, 1986）。試着は「なりうる自分」の試着。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申し込みのURLと個別相談のURLを、チャットに貼る。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par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78308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3カ国で見てきたことを、</a:t>
            </a:r>
            <a:endParaRPr lang="en-US" sz="29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AIで発信に変える90分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4290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2026年9月16日（水）21:00-22:30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今日の90分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前半 45分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44368" y="132588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3カ国で見てきたこと／それをどうリールにしたか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774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後半 45分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944368" y="237744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10月から始まる講座のご案内と、ご質問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749040"/>
            <a:ext cx="7461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先にお伝えしておきます。後半の20分は、講座のご案内です。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身構えずに聞いてください。合わなければ、見送ってくださってかまいません。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me_st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685800"/>
            <a:ext cx="2788920" cy="3749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3898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ファッション心理学の研究者／大学教授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20574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075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 主宰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7614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長く専業主婦。50歳を過ぎてから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猛勉強して大学教授に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6118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3630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研究テーマは「服が自信に変わる仕組み」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4892040" cy="548640"/>
          </a:xfrm>
          <a:prstGeom prst="roundRect">
            <a:avLst>
              <a:gd name="adj" fmla="val 13333"/>
            </a:avLst>
          </a:prstGeom>
          <a:solidFill>
            <a:srgbClr val="ECE2D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95528" y="4297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あきらめなければ、いくつからだって夢は叶う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見てきたこと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ソウル・パリ・ニューヨーク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2026年・実地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c_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先に結論です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3カ国とも、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日常のベースは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むしろ普通でした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657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　パリ　ニューヨーク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532120" y="2971800"/>
            <a:ext cx="3044952" cy="1463040"/>
          </a:xfrm>
          <a:prstGeom prst="roundRect">
            <a:avLst>
              <a:gd name="adj" fmla="val 5000"/>
            </a:avLst>
          </a:prstGeom>
          <a:solidFill>
            <a:srgbClr val="F7F3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760720" y="310896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毎日フル装備の方は、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見かけませんでした。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思っていたのとは、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やり方は、三者三様でした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4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2578608" cy="1143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8096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試行回数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安く、たくさん試して、違ったら次へ。流行を追うのではなく、つくっていました。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28416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9" name="Image 1" descr="/tmp/claude-0/-home-user-potential-lamp/1a5c0839-14a8-5840-9db3-563ce87c0be0/scratchpad/img/c_pari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1234440"/>
            <a:ext cx="2578608" cy="1143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29584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パリ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529584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一点突破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29584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服そのものはオーソドックス。小物で、一点だけ効かせていました。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89904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14" name="Image 2" descr="/tmp/claude-0/-home-user-potential-lamp/1a5c0839-14a8-5840-9db3-563ce87c0be0/scratchpad/img/c_n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9904" y="1234440"/>
            <a:ext cx="2578608" cy="1143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291072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ニューヨーク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291072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291072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昼はスニーカー、夜はドレス。時間帯で切り替えていました。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66928" y="43434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けれど「自分で決めている」という一点だけは、どこも同じでした。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売り場の言葉が、違いました</a:t>
            </a:r>
            <a:endParaRPr lang="en-US" sz="2900" dirty="0"/>
          </a:p>
        </p:txBody>
      </p:sp>
      <p:pic>
        <p:nvPicPr>
          <p:cNvPr id="3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3913632" cy="1371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26700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ソウルで見た売り場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66928" y="2971800"/>
            <a:ext cx="3913632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" y="3108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ソウルの売り場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45643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「あなたであれ、自信を持って」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「他人の目から自由に、着たい服を」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3913632" cy="3108960"/>
          </a:xfrm>
          <a:prstGeom prst="roundRect">
            <a:avLst>
              <a:gd name="adj" fmla="val 2353"/>
            </a:avLst>
          </a:prstGeom>
          <a:solidFill>
            <a:srgbClr val="ECE2D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920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日本の売り場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965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「失敗しない選び方」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606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同じ言葉を見た覚えがありません。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その社会が何を怖がっているかが、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売り場の言葉に出ます。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26280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どちらが正しいかではありません。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「似合う」が分からなくなるのは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決める基準を、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自分の外側に置いたときです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2004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私が、わたしのスタイリストになる</a:t>
            </a:r>
            <a:endParaRPr lang="en-US" sz="2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それを、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どうリールにしたか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画面をお見せしながら、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全部公開します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私がAIに渡したのは、3つだけです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264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258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075688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17627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756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825496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12" name="Shape 10"/>
          <p:cNvSpPr/>
          <p:nvPr/>
        </p:nvSpPr>
        <p:spPr>
          <a:xfrm>
            <a:off x="713232" y="29260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82549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43400" y="2057400"/>
            <a:ext cx="685800" cy="457200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325880"/>
            <a:ext cx="3319272" cy="1874520"/>
          </a:xfrm>
          <a:prstGeom prst="roundRect">
            <a:avLst>
              <a:gd name="adj" fmla="val 3902"/>
            </a:avLst>
          </a:prstGeom>
          <a:solidFill>
            <a:srgbClr val="ECE2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4068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リール1本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シナリオ・テロップ・キャプション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まで、AIと一緒に組み立てます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370332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プロンプトのテクニックは、ひとつも使っていません。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17本の結果を、全部お見せします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68096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7/22 - 8/29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11296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66万回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合計再生数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9904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72784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10万回超え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880360"/>
            <a:ext cx="8010144" cy="1600200"/>
          </a:xfrm>
          <a:prstGeom prst="roundRect">
            <a:avLst>
              <a:gd name="adj" fmla="val 4571"/>
            </a:avLst>
          </a:prstGeom>
          <a:solidFill>
            <a:srgbClr val="F7F3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154680"/>
            <a:ext cx="7461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いちばん伸びた1本　172,000回　「旅行にパンツを持っていくの、やめました」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いちばん伸びなかった1本　2,122回　「6月に、ソウルを訪ねました」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差は、表紙の一行にありました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報告型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「6月に、ソウルを訪ねました」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「一宮の、尾州に行きました」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82896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8745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読み手の予想を打ち消す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「旅行にパンツを持っていくの、やめました」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「この暑いのに、なぜ黒を着るのですか」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1605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素材は、みなさんの人生の中にあります。AIは、それを形にしているだけです。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書き出してみてください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173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130552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843784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8404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1つ目はすぐ書けます。止まるのは、2つ目と3つ目です。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そこが、6ヶ月かけて言葉にしていくところです。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n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2026年10月15日 開講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この6ヶ月で学ぶこと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5270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1527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1325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AIを中心とした発信の動線設計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367528" y="1325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撮る・書く・届けるまで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248716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2860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67528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感性と顧客心理を言葉にする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24612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" y="344728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コーチングの基礎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3246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押しつけずに、続く形にする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15968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AIは、ゼロから作る道具ではありません。自分の中にあるものを展開する共同制作者です。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6ヶ月でつくる、あなたの動線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8" name="Shape 6"/>
          <p:cNvSpPr/>
          <p:nvPr/>
        </p:nvSpPr>
        <p:spPr>
          <a:xfrm>
            <a:off x="2203704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2724912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24912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249424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言葉にする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94176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4361688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61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編集して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投稿する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30952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8" name="Shape 16"/>
          <p:cNvSpPr/>
          <p:nvPr/>
        </p:nvSpPr>
        <p:spPr>
          <a:xfrm>
            <a:off x="5477256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98464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98464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522976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LINEに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集める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967728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23" name="Shape 21"/>
          <p:cNvSpPr/>
          <p:nvPr/>
        </p:nvSpPr>
        <p:spPr>
          <a:xfrm>
            <a:off x="7114032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ECE2D0"/>
          </a:solidFill>
          <a:ln/>
        </p:spPr>
      </p:sp>
      <p:sp>
        <p:nvSpPr>
          <p:cNvPr id="24" name="Shape 22"/>
          <p:cNvSpPr/>
          <p:nvPr/>
        </p:nvSpPr>
        <p:spPr>
          <a:xfrm>
            <a:off x="7635240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63524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59752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3246120"/>
            <a:ext cx="8010144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86968" y="3246120"/>
            <a:ext cx="73700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ここまでを、ひとつながりで組み立てます。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1つでも欠けると、投稿は伸びても、仕事にはつながりません。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AIが苦手でも大丈夫です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" y="1691640"/>
            <a:ext cx="7278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AIが苦手な方には、使わないやり方もお伝えします。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2240280"/>
            <a:ext cx="7278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ただ、正直に申し上げます。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動線を作る作業は、AIを使ったほうが圧倒的に楽です。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好きになる必要はありません。使えるところだけ使ってください。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先に、向いていない方をお伝えします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今すぐ収入にしたい方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6968" y="1965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6ヶ月かかります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697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言われたとおりにやりたい方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108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自分の言葉を探す講座です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776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当てはまる方は、今日は見送ってください。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違うのは、2つだけです</a:t>
            </a:r>
            <a:endParaRPr lang="en-US" sz="2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80160"/>
          <a:ext cx="8010144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88336"/>
                <a:gridCol w="267004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レギュラー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VIP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講座（月1回・計6回）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1・4ヶ月目はハイブリッド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ほかはオンライン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毎月すべて対面（東京）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質問会（月1回・計6回）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オンライン・合同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オンライン・合同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個別のZoom対応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契約後すぐ／最終月の2回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随時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チャットサポート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無制限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無制限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ランチ会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4ヶ月目・合同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4ヶ月目・合同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" y="41605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質問会もランチ会も、どちらのコースの方も一緒です。対面はハイブリッドなので、遠方の方はオンラインで参加できます。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6ヶ月の進み方（レギュラー）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1243584" cy="2148840"/>
          </a:xfrm>
          <a:prstGeom prst="roundRect">
            <a:avLst>
              <a:gd name="adj" fmla="val 5882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1ヶ月目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920240"/>
            <a:ext cx="1152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ハイブリッド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（東京＋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06324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4812" y="1417320"/>
            <a:ext cx="1243584" cy="2148840"/>
          </a:xfrm>
          <a:prstGeom prst="roundRect">
            <a:avLst>
              <a:gd name="adj" fmla="val 5882"/>
            </a:avLst>
          </a:prstGeom>
          <a:solidFill>
            <a:srgbClr val="F7F3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924812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2ヶ月目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970532" y="1920240"/>
            <a:ext cx="1152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924812" y="306324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82696" y="1417320"/>
            <a:ext cx="1243584" cy="2148840"/>
          </a:xfrm>
          <a:prstGeom prst="roundRect">
            <a:avLst>
              <a:gd name="adj" fmla="val 5882"/>
            </a:avLst>
          </a:prstGeom>
          <a:solidFill>
            <a:srgbClr val="F7F3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82696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3ヶ月目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328416" y="1920240"/>
            <a:ext cx="1152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82696" y="306324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40580" y="1417320"/>
            <a:ext cx="1243584" cy="2148840"/>
          </a:xfrm>
          <a:prstGeom prst="roundRect">
            <a:avLst>
              <a:gd name="adj" fmla="val 5882"/>
            </a:avLst>
          </a:prstGeom>
          <a:solidFill>
            <a:srgbClr val="ECE2D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40580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4ヶ月目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86300" y="1920240"/>
            <a:ext cx="1152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ハイブリッド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（東京＋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オンライン）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640580" y="306324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640580" y="3310128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ランチ会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98464" y="1417320"/>
            <a:ext cx="1243584" cy="2148840"/>
          </a:xfrm>
          <a:prstGeom prst="roundRect">
            <a:avLst>
              <a:gd name="adj" fmla="val 5882"/>
            </a:avLst>
          </a:prstGeom>
          <a:solidFill>
            <a:srgbClr val="F7F3F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98464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5ヶ月目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044184" y="1920240"/>
            <a:ext cx="1152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98464" y="306324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56348" y="1417320"/>
            <a:ext cx="1243584" cy="2148840"/>
          </a:xfrm>
          <a:prstGeom prst="roundRect">
            <a:avLst>
              <a:gd name="adj" fmla="val 5882"/>
            </a:avLst>
          </a:prstGeom>
          <a:solidFill>
            <a:srgbClr val="F7F3F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56348" y="155448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02068" y="1920240"/>
            <a:ext cx="11521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356348" y="3063240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質問会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1248" y="379476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個別のZoom面談は、ご契約後すぐと最終月の2回です。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011680"/>
          </a:xfrm>
          <a:prstGeom prst="roundRect">
            <a:avLst>
              <a:gd name="adj" fmla="val 3636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3619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レギュラーコース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920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398,000円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97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定員10名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13632" cy="2011680"/>
          </a:xfrm>
          <a:prstGeom prst="roundRect">
            <a:avLst>
              <a:gd name="adj" fmla="val 3636"/>
            </a:avLst>
          </a:prstGeom>
          <a:solidFill>
            <a:srgbClr val="ECE2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VIPコース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660,000円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697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定員3名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2044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レギュラーは、講座6回・質問会6回・個別Zoom 2回・ランチ会で15回。1回あたり約26,500円です。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お支払いは一括をお願いしています。分割をご希望の方はご相談ください。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定員と締切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お申し込み締切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767328" y="1371600"/>
            <a:ext cx="4443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2026年10月10日（土）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2860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開講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767328" y="2286000"/>
            <a:ext cx="4443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2026年10月15日（木）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32004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200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VIPコース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67328" y="3200400"/>
            <a:ext cx="4443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定員3名。埋まり次第、締め切ります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2062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毎月お会いして、Zoomでも随時お受けするので、3名がお約束を守れる限界です。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出られない回があっても大丈夫です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6304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会員サイトがあります。動画の教材も順次増えています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24028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欠席された回は、アーカイブでご覧いただけます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30175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VIPの方には、その回のぶんを個別でおぎないます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79476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6ヶ月のあいだには、どうしても出られない回が出てくると思います。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今日、お決めいただかなくて大丈夫です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迷われている方には、個別相談をご用意しています。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1対1で、合うかどうかを一緒に見る時間です。無料です。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合わなければ、見送ってくださってかまいません。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今日の服は、誰が決めましたか。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880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ご参加ありがとうございました。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2026-09-03T00:40:54Z</dcterms:created>
  <dcterms:modified xsi:type="dcterms:W3CDTF">2026-09-03T00:40:54Z</dcterms:modified>
</cp:coreProperties>
</file>