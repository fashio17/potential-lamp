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　講座説明会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そこが、講座で言葉にしていくところです。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2026年10月13日（火）開講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つくるのは、あなたの動線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5526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AIリール講座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ファッション起業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アカデミア講座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対面ワークショップ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事前の個別サポート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動画講座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質問し放題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チャット＋必要ならZoomも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224528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対面ワークショップは10:00-15:00、東京です。アカデミア講座はオンラインでもご参加いただけます。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535424"/>
            <a:ext cx="8010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どちらが上ということではありません。関わり方が違います。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どちらを選びますか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まず、リールから始めたい方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3ヶ月。オンライン3回と、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対面ワークショップが1回。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質問は、チャットでお受けします。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仕事の形まで作りたい方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6ヶ月。毎月お会いします。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対面は東京、オンラインも可。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必要なら、Zoomでもお受けします。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8010144" cy="640080"/>
          </a:xfrm>
          <a:prstGeom prst="roundRect">
            <a:avLst>
              <a:gd name="adj" fmla="val 11429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206240"/>
            <a:ext cx="7461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迷われたら、そのままおっしゃってください。合わないほうを、はっきり申し上げます。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220,000円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3ヶ月／定員10名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660,000円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6ヶ月／定員3名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金額を伏せたままお集めしたくないので、この場で全部お伝えしました。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今日お決めいただく必要はありません。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3716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2026年10月12日（月）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22860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32004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 10名／アカデミア講座 3名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締切の翌日が開講です。お手続きの都合がある方は、早めにご連絡ください。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会員サイトがあります。動画講座は見放題です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出られない回は、動画で追っていただけます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ご質問は、いつでもチャットでお受けします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迷われている方へ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この場でご質問いただければ、そのままお答えします。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個別にお話ししたい方には、1対1の時間もご用意しています。無料です。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2026-09-13T13:35:38Z</dcterms:created>
  <dcterms:modified xsi:type="dcterms:W3CDTF">2026-09-13T13:35:38Z</dcterms:modified>
</cp:coreProperties>
</file>