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AIマーケティング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集中講座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AIマスター講座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6回（60分／回）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8回（90分／回）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3回（東京・オンライン可）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個別面談 1回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事前・事後の個別サポート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会員サイト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61104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対面ワークショップは1回3時間程度。東京に来られない方は、オンラインでご参加いただけます。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72000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まず、ご自分で進めたい方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68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オンラインだけで完結します。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3ヶ月、6回。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質問はいつでもしてください。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お会いして、一緒にやりたい方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95728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東京で3回、お会いします。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（オンライン参加もできます）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6ヶ月、オンライン8回。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事前と事後に、個別に見ます。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迷われたら、個別相談でお聞きします。合わないほうを、はっきり申し上げます。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88,000円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3ヶ月／定員20名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6回払いまで分割できます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 20名／ファッション起業AIマスター講座 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ファッション起業AIマスター講座の方は、個別サポートでおぎないます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2026-09-11T03:23:03Z</dcterms:created>
  <dcterms:modified xsi:type="dcterms:W3CDTF">2026-09-11T03:23:03Z</dcterms:modified>
</cp:coreProperties>
</file>