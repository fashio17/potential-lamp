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AIリール講座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AIマスター講座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事前の個別サポート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動画講座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チャット＋必要ならZoomも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24528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対面ワークショップは10:00-15:00、東京です。マスター講座はオンラインでもご参加いただけます。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35424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まず、リールから始めたい方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3ヶ月。オンライン3回と、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対面ワークショップが1回。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質問は、チャットでお受けします。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仕事の形まで作りたい方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6ヶ月。毎月お会いします。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対面は東京、オンラインも可。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必要なら、Zoomでもお受けします。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20624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迷われたら、そのままおっしゃってください。合わないほうを、はっきり申し上げます。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220,000円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3ヶ月／定員10名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一括／分割もできます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一括／分割もできます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会員サイトがあります。動画講座は見放題です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出られない回は、動画で追っていただけます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ご質問は、いつでもチャットでお受けします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迷われている方へ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この場でご質問いただければ、そのままお答えします。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個別にお話ししたい方には、1対1の時間もご用意しています。無料です。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2026-09-13T02:25:19Z</dcterms:created>
  <dcterms:modified xsi:type="dcterms:W3CDTF">2026-09-13T02:25:19Z</dcterms:modified>
</cp:coreProperties>
</file>