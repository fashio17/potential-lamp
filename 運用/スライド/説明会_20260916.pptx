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カメラはオフのままで結構です、途中退出も可、と最初に伝える。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ここが今日の芯。後半の講座の話まで、この一本で通す。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ここで一度、聞いている方の話に引き寄せる。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可能自己（Markus &amp; Nurius, 1986）。試着は「なりうる自分」の試着。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申し込みのURLと個別相談のURLを、チャットに貼る。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pari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ファッション起業アカデミア　講座説明会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78308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売れる服と売れない服の違いを、</a:t>
            </a:r>
            <a:endParaRPr lang="en-US" sz="29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あなたの発信に変える90分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42900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2026年9月16日（水）21:00-22:30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今日の90分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前半 45分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944368" y="132588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商社で見た「売れる服と売れない服の違い」／3カ国で見てきたこと／リール17本の結果／書き出すワーク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7744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後半 45分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944368" y="2377440"/>
            <a:ext cx="5358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10月から始まる講座のご案内と、ご質問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61188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ECE2D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41248" y="3749040"/>
            <a:ext cx="7461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先にお伝えしておきます。後半の20分は、講座のご案内です。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身構えずに聞いてください。合わなければ、見送ってくださってかまいません。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me_st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685800"/>
            <a:ext cx="2788920" cy="3749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松岡依里子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3898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ファッションの商社で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仕入れと営業をしていました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20574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2057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25296" y="20756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そのあと、長く専業主婦でした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2743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76148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50歳を過ぎてから猛勉強して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大学教授になりました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6118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25296" y="3630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いまはファッション心理学者／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ファッションビジネス研究者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4892040" cy="548640"/>
          </a:xfrm>
          <a:prstGeom prst="roundRect">
            <a:avLst>
              <a:gd name="adj" fmla="val 13333"/>
            </a:avLst>
          </a:prstGeom>
          <a:solidFill>
            <a:srgbClr val="ECE2D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95528" y="42976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あきらめなければ、いくつからだって夢は叶う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3108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売れる服と、売れない服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商社にいたころ、毎シーズン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何百という服を見ていました。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2402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違いは、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デザインでは</a:t>
            </a:r>
            <a:endParaRPr lang="en-US" sz="27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ありませんでした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66928" y="379476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3886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売れたのは「誰に着てほしいか」が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決まっている服でした。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これは、服だけの話ではありません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資格があるのに、仕事になっていない。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発信しているけれど、続かない。</a:t>
            </a:r>
            <a:endParaRPr lang="en-US" sz="17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何を書けばいいのか分からない。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足りないのは、実力ではありません。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誰に届けるかが、まだ決まっていないだけです。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h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3カ国で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見てきたこと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ソウル・パリ・ニューヨーク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2026年・実地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c_v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32120" y="1325880"/>
            <a:ext cx="3044952" cy="14630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84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先に結論です</a:t>
            </a:r>
            <a:endParaRPr lang="en-US" sz="29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32588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3カ国とも、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日常のベースは</a:t>
            </a:r>
            <a:endParaRPr lang="en-US" sz="31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むしろ普通でした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657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　パリ　ニューヨーク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532120" y="2971800"/>
            <a:ext cx="3044952" cy="1463040"/>
          </a:xfrm>
          <a:prstGeom prst="roundRect">
            <a:avLst>
              <a:gd name="adj" fmla="val 5000"/>
            </a:avLst>
          </a:prstGeom>
          <a:solidFill>
            <a:srgbClr val="F7F3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60720" y="310896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毎日フル装備の方は、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見かけませんでした。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思っていたのとは、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やり方は、三者三様でした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4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2578608" cy="1143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8096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試行回数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68096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安く、たくさん試して、違ったら次へ。流行を追うのではなく、つくっていました。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28416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9" name="Image 1" descr="/tmp/claude-0/-home-user-potential-lamp/1a5c0839-14a8-5840-9db3-563ce87c0be0/scratchpad/img/c_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28416" y="1234440"/>
            <a:ext cx="2578608" cy="1143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29584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529584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一点突破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29584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服そのものはオーソドックス。小物で、一点だけ効かせていました。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9904" y="1234440"/>
            <a:ext cx="2578608" cy="2880360"/>
          </a:xfrm>
          <a:prstGeom prst="roundRect">
            <a:avLst>
              <a:gd name="adj" fmla="val 2837"/>
            </a:avLst>
          </a:prstGeom>
          <a:solidFill>
            <a:srgbClr val="F7F3F1"/>
          </a:solidFill>
          <a:ln/>
        </p:spPr>
      </p:sp>
      <p:pic>
        <p:nvPicPr>
          <p:cNvPr id="14" name="Image 2" descr="/tmp/claude-0/-home-user-potential-lamp/1a5c0839-14a8-5840-9db3-563ce87c0be0/scratchpad/img/c_n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89904" y="1234440"/>
            <a:ext cx="2578608" cy="1143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291072" y="2468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ニューヨーク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6291072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スイッチ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6291072" y="3127248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昼はスニーカー、夜はドレス。時間帯で切り替えていました。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66928" y="43434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けれど「自分で決めている」という一点だけは、どこも同じでした。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売り場の言葉が、違いました</a:t>
            </a:r>
            <a:endParaRPr lang="en-US" sz="2900" dirty="0"/>
          </a:p>
        </p:txBody>
      </p:sp>
      <p:pic>
        <p:nvPicPr>
          <p:cNvPr id="3" name="Image 0" descr="/tmp/claude-0/-home-user-potential-lamp/1a5c0839-14a8-5840-9db3-563ce87c0be0/scratchpad/img/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234440"/>
            <a:ext cx="3913632" cy="1371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66928" y="2670048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ソウルで見た売り場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66928" y="2971800"/>
            <a:ext cx="3913632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" y="31089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ソウルの売り場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45643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「あなたであれ、自信を持って」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「他人の目から自由に、着たい服を」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1234440"/>
            <a:ext cx="3913632" cy="3108960"/>
          </a:xfrm>
          <a:prstGeom prst="roundRect">
            <a:avLst>
              <a:gd name="adj" fmla="val 2353"/>
            </a:avLst>
          </a:prstGeom>
          <a:solidFill>
            <a:srgbClr val="ECE2D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92040" y="15087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日本の売り場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96596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「失敗しない選び方」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606040"/>
            <a:ext cx="3520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同じ言葉を見た覚えがありません。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その社会が何を怖がっているかが、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売り場の言葉に出ます。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26280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どちらが正しいかではありません。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2344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「似合う」が分からなくなるのは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決める基準を、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自分の外側に置いたときです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2004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私が、わたしのスタイリストになる</a:t>
            </a:r>
            <a:endParaRPr lang="en-US" sz="2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seou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それを、</a:t>
            </a:r>
            <a:endParaRPr lang="en-US" sz="33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どうリールにしたか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画面をお見せしながら、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全部公開します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私がAIに渡したのは、3つだけです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" y="14264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2588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075688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17627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176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75688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825496"/>
            <a:ext cx="3566160" cy="621792"/>
          </a:xfrm>
          <a:prstGeom prst="roundRect">
            <a:avLst>
              <a:gd name="adj" fmla="val 11765"/>
            </a:avLst>
          </a:prstGeom>
          <a:solidFill>
            <a:srgbClr val="F7F3F1"/>
          </a:solidFill>
          <a:ln/>
        </p:spPr>
      </p:sp>
      <p:sp>
        <p:nvSpPr>
          <p:cNvPr id="12" name="Shape 10"/>
          <p:cNvSpPr/>
          <p:nvPr/>
        </p:nvSpPr>
        <p:spPr>
          <a:xfrm>
            <a:off x="713232" y="292608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825496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43400" y="2057400"/>
            <a:ext cx="685800" cy="457200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325880"/>
            <a:ext cx="3319272" cy="1874520"/>
          </a:xfrm>
          <a:prstGeom prst="roundRect">
            <a:avLst>
              <a:gd name="adj" fmla="val 3902"/>
            </a:avLst>
          </a:prstGeom>
          <a:solidFill>
            <a:srgbClr val="ECE2D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4068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リール1本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1031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シナリオ・テロップ・キャプション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まで、AIと一緒に組み立てます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370332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F7F3F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70332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プロンプトのテクニックは、ひとつも使っていません。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17本の結果を、全部お見せします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17本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68096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7/22 - 8/29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28416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11296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66万回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合計再生数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9904" y="1325880"/>
            <a:ext cx="2578608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2784" y="14630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291072" y="21762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10万回超え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2880360"/>
            <a:ext cx="8010144" cy="1600200"/>
          </a:xfrm>
          <a:prstGeom prst="roundRect">
            <a:avLst>
              <a:gd name="adj" fmla="val 4571"/>
            </a:avLst>
          </a:prstGeom>
          <a:solidFill>
            <a:srgbClr val="F7F3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154680"/>
            <a:ext cx="7461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いちばん伸びた1本　172,000回　「旅行にパンツを持っていくの、やめました」</a:t>
            </a:r>
            <a:endParaRPr lang="en-US" sz="1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いちばん伸びなかった1本　2,122回　「6月に、ソウルを訪ねました」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差は、表紙の一行にありました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報告型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「6月に、ソウルを訪ねました」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「一宮の、尾州に行きました」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82896" y="1463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伸びる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82896" y="18745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読み手の予想を打ち消す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「旅行にパンツを持っていくの、やめました」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「この暑いのに、なぜ黒を着るのですか」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41605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素材は、みなさんの人生の中にあります。AIは、それを形にしているだけです。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2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書き出してみてください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173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使えそうな写真か動画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084832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0848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130552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誰に来てほしいか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2843784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何を届けているか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365760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840480"/>
            <a:ext cx="74615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1つ目はすぐ書けます。止まるのは、2つ目と3つ目です。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そこが、講座で言葉にしていくところです。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otential-lamp/1a5c0839-14a8-5840-9db3-563ce87c0be0/scratchpad/img/sec_n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0"/>
            <a:ext cx="416052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2676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33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2026年10月13日（火）開講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講座で学ぶこと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5270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95528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13258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AIを中心とした発信の動線設計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367528" y="1325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撮る・書く・届けるまで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248716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95528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2860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ファッション心理学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67528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感性と顧客心理を言葉にする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3246120"/>
            <a:ext cx="8010144" cy="822960"/>
          </a:xfrm>
          <a:prstGeom prst="roundRect">
            <a:avLst>
              <a:gd name="adj" fmla="val 8889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795528" y="344728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89888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コーチングの基礎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367528" y="32461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押しつけずに、続く形にする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15968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AIは、ゼロから作る道具ではありません。自分の中にあるものを展開する共同制作者です。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つくるのは、あなたの動線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8" name="Shape 6"/>
          <p:cNvSpPr/>
          <p:nvPr/>
        </p:nvSpPr>
        <p:spPr>
          <a:xfrm>
            <a:off x="2203704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9" name="Shape 7"/>
          <p:cNvSpPr/>
          <p:nvPr/>
        </p:nvSpPr>
        <p:spPr>
          <a:xfrm>
            <a:off x="2724912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24912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249424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AIで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言葉にする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94176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4" name="Shape 12"/>
          <p:cNvSpPr/>
          <p:nvPr/>
        </p:nvSpPr>
        <p:spPr>
          <a:xfrm>
            <a:off x="4361688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61688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編集して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投稿する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330952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18" name="Shape 16"/>
          <p:cNvSpPr/>
          <p:nvPr/>
        </p:nvSpPr>
        <p:spPr>
          <a:xfrm>
            <a:off x="5477256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7F3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98464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98464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22976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LINEに</a:t>
            </a:r>
            <a:endParaRPr lang="en-US" sz="13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集める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967728" y="2176272"/>
            <a:ext cx="128016" cy="201168"/>
          </a:xfrm>
          <a:prstGeom prst="rightArrow">
            <a:avLst/>
          </a:prstGeom>
          <a:solidFill>
            <a:srgbClr val="A26769"/>
          </a:solidFill>
          <a:ln/>
        </p:spPr>
      </p:sp>
      <p:sp>
        <p:nvSpPr>
          <p:cNvPr id="23" name="Shape 21"/>
          <p:cNvSpPr/>
          <p:nvPr/>
        </p:nvSpPr>
        <p:spPr>
          <a:xfrm>
            <a:off x="7114032" y="16002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ECE2D0"/>
          </a:solidFill>
          <a:ln/>
        </p:spPr>
      </p:sp>
      <p:sp>
        <p:nvSpPr>
          <p:cNvPr id="24" name="Shape 22"/>
          <p:cNvSpPr/>
          <p:nvPr/>
        </p:nvSpPr>
        <p:spPr>
          <a:xfrm>
            <a:off x="7635240" y="1755648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635240" y="1755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59752" y="2286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" y="3246120"/>
            <a:ext cx="8010144" cy="1325880"/>
          </a:xfrm>
          <a:prstGeom prst="roundRect">
            <a:avLst>
              <a:gd name="adj" fmla="val 5517"/>
            </a:avLst>
          </a:prstGeom>
          <a:solidFill>
            <a:srgbClr val="F7F3F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86968" y="3246120"/>
            <a:ext cx="73700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ここまでを、ひとつながりで組み立てます。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1つでも欠けると、投稿は伸びても、仕事にはつながりません。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AIが苦手でも大丈夫です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2688" y="1691640"/>
            <a:ext cx="7278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AIが苦手な方には、使わないやり方もお伝えします。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2240280"/>
            <a:ext cx="72786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ただ、正直に申し上げます。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動線を作る作業は、AIを使ったほうが圧倒的に楽です。</a:t>
            </a: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endParaRPr lang="en-US" sz="15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好きになる必要はありません。使えるところだけ使ってください。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先に、向いていない方をお伝えします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554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今すぐ収入にしたい方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86968" y="1965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時間がかかります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8010144" cy="960120"/>
          </a:xfrm>
          <a:prstGeom prst="roundRect">
            <a:avLst>
              <a:gd name="adj" fmla="val 7619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697480"/>
            <a:ext cx="7370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言われたとおりにやりたい方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108960"/>
            <a:ext cx="73700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自分の言葉を探す講座です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9776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当てはまる方は、今日は見送ってください。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講座は2つあります</a:t>
            </a:r>
            <a:endParaRPr lang="en-US" sz="2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80160"/>
          <a:ext cx="801014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3255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AIマーケティング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集中講座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ファッション起業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AIマスター講座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3ヶ月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オンライン講座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6回（60分／回）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8回（90分／回）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対面ワークショップ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3回（東京・オンライン可）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個別のサポート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個別面談 1回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事前・事後の個別サポート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質問し放題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チャットサポート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会員サイト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あり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" y="4261104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対面ワークショップは1回3時間程度。東京に来られない方は、オンラインでご参加いただけます。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4572000"/>
            <a:ext cx="8010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どちらが上ということではありません。関わり方が違います。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どちらを選びますか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まず、ご自分で進めたい方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46888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オンラインだけで完結します。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3ヶ月、6回。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質問はいつでもしてください。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325880"/>
            <a:ext cx="3913632" cy="2651760"/>
          </a:xfrm>
          <a:prstGeom prst="roundRect">
            <a:avLst>
              <a:gd name="adj" fmla="val 2759"/>
            </a:avLst>
          </a:prstGeom>
          <a:solidFill>
            <a:srgbClr val="ECE2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937760" y="15727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お会いして、一緒にやりたい方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0116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395728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東京で3回、お会いします。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（オンライン参加もできます）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6ヶ月、オンライン8回。</a:t>
            </a:r>
            <a:endParaRPr lang="en-US" sz="14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事前と事後に、個別に見ます。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4114800"/>
            <a:ext cx="8010144" cy="640080"/>
          </a:xfrm>
          <a:prstGeom prst="roundRect">
            <a:avLst>
              <a:gd name="adj" fmla="val 11429"/>
            </a:avLst>
          </a:prstGeom>
          <a:solidFill>
            <a:srgbClr val="F7F3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4114800"/>
            <a:ext cx="74615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マスター講座は定員10名です。詳しいご案内は、個別相談でお話ししています。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8745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88,000円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3ヶ月／定員20名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お支払いは一括です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3913632" cy="2148840"/>
          </a:xfrm>
          <a:prstGeom prst="roundRect">
            <a:avLst>
              <a:gd name="adj" fmla="val 3404"/>
            </a:avLst>
          </a:prstGeom>
          <a:solidFill>
            <a:srgbClr val="ECE2D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37760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84708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受講料は、個別相談で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お伝えしています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63347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6ヶ月／定員10名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9992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分割のお支払いもできます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6576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集中講座の金額は、この場ではっきりお伝えしました。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マスター講座は人数が少ないので、個別にお話ししています。今日お決めいただく必要はありません。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定員と締切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86968" y="13716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お申し込み締切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3716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2026年10月12日（月）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86968" y="22860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開講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22860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2026年10月13日（火）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00400"/>
            <a:ext cx="8010144" cy="777240"/>
          </a:xfrm>
          <a:prstGeom prst="roundRect">
            <a:avLst>
              <a:gd name="adj" fmla="val 9412"/>
            </a:avLst>
          </a:prstGeom>
          <a:solidFill>
            <a:srgbClr val="F7F3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32004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01568" y="3200400"/>
            <a:ext cx="4809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AIマーケティング集中講座 20名／ファッション起業AIマスター講座 10名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2062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締切の翌日が開講です。お手続きの都合がある方は、早めにご連絡ください。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出られない回があっても大丈夫です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66928" y="141732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52728" y="146304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会員サイトがあります。動画の教材も順次増えています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194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52728" y="224028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欠席された回は、アーカイブでご覧いただけます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971800"/>
            <a:ext cx="420624" cy="420624"/>
          </a:xfrm>
          <a:prstGeom prst="ellipse">
            <a:avLst/>
          </a:prstGeom>
          <a:solidFill>
            <a:srgbClr val="6D2E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52728" y="3017520"/>
            <a:ext cx="7187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ファッション起業AIマスター講座の方は、個別サポートでおぎないます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8010144" cy="868680"/>
          </a:xfrm>
          <a:prstGeom prst="roundRect">
            <a:avLst>
              <a:gd name="adj" fmla="val 8421"/>
            </a:avLst>
          </a:prstGeom>
          <a:solidFill>
            <a:srgbClr val="ECE2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794760"/>
            <a:ext cx="7461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6ヶ月のあいだには、どうしても出られない回が出てくると思います。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6D2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7160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今日、お決めいただかなくて大丈夫です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286000"/>
            <a:ext cx="8010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迷われている方には、個別相談をご用意しています。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1対1で、合うかどうかを一緒に見る時間です。無料です。</a:t>
            </a: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endParaRPr lang="en-US" sz="16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600" dirty="0">
                <a:solidFill>
                  <a:srgbClr val="ECE2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合わなければ、見送ってくださってかまいません。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920240"/>
            <a:ext cx="8010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6D2E4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今日の服は、誰が決めましたか。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88036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6A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ご参加ありがとうございました。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2026-09-11T05:38:18Z</dcterms:created>
  <dcterms:modified xsi:type="dcterms:W3CDTF">2026-09-11T05:38:18Z</dcterms:modified>
</cp:coreProperties>
</file>