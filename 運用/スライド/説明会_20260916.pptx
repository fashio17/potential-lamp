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そこが、6ヶ月かけて言葉にしていくところです。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2026年10月15日 開講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この6ヶ月で学ぶこと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6ヶ月でつくる、あなたの動線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違うのは、2つだけです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88336"/>
                <a:gridCol w="267004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レギュラー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VIP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1・4ヶ月目はハイブリッド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ほかはオンライン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毎月すべて対面（東京）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個別のZoom対応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契約後すぐ／最終月の2回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ランチ会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1605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質問会もランチ会も、どちらのコースの方も一緒です。対面はハイブリッドなので、遠方の方はオンラインで参加できます。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6ヶ月の進み方（レギュラー）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1ヶ月目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ハイブリッド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（東京＋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4812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2481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2ヶ月目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70532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24812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82696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269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3ヶ月目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40580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ECE2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4058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4ヶ月目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86300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ハイブリッド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（東京＋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40580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40580" y="3310128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ランチ会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98464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9846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5ヶ月目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044184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98464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56348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5634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02068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56348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個別のZoom面談は、ご契約後すぐと最終月の2回です。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361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レギュラーコース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398,000円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定員10名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レギュラーは、講座6回・質問会6回・個別Zoom 2回・ランチ会で15回。1回あたり約26,500円です。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お支払いは一括をお願いしています。分割をご希望の方はご相談ください。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767328" y="13716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2026年10月10日（土）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22860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2026年10月15日（木）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32004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定員3名。埋まり次第、締め切ります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毎月お会いして、Zoomでも随時お受けするので、3名がお約束を守れる限界です。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VIPの方には、その回のぶんを個別でおぎないます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2026-09-11T01:41:19Z</dcterms:created>
  <dcterms:modified xsi:type="dcterms:W3CDTF">2026-09-11T01:41:19Z</dcterms:modified>
</cp:coreProperties>
</file>