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ャットに貼るのは【説明会】と【個別相談】のURLだけ。講座の申込ページ（受講料が出る）は貼らないこと。この会では金額に触れない。その場で申し込みを迫らない。「合わなければ見送ってくださって結構です」を必ず口に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海外リサーチ × AIリール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3カ国で見てきたことを、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8010144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33502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335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23444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3カ国で見てきたこと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138928" y="123444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自分の足で見て、何が分かったのか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1984248"/>
            <a:ext cx="8010144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98424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それを、どうリールにしたか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38928" y="1984248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AIに渡した3つを、画面でそのまま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2734056"/>
            <a:ext cx="8010144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13232" y="283464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2834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273405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17本の再生数を、全部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38928" y="273405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伸びなかった本も、数字ごと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483864"/>
            <a:ext cx="8010144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713232" y="35844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48386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あなたの「3つ」を書き出す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138928" y="348386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手を動かしていただきます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297680"/>
            <a:ext cx="8010144" cy="658368"/>
          </a:xfrm>
          <a:prstGeom prst="roundRect">
            <a:avLst>
              <a:gd name="adj" fmla="val 11111"/>
            </a:avLst>
          </a:prstGeom>
          <a:solidFill>
            <a:srgbClr val="ECE2D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297680"/>
            <a:ext cx="7461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最後の5分だけ、10月から始める講座のご案内をします。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ファッション心理学の研究者／大学教授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 主宰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長く専業主婦。50歳を過ぎてから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猛勉強して大学教授に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研究テーマは「服が自信に変わる仕組み」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そこが、6ヶ月かけて言葉にしていくところです。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手が止まったところが、入口です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73700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1つ目の写真は、すぐ選べます。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止まるのは、2つ目と3つ目です。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971800"/>
            <a:ext cx="8010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「誰に来てほしいか」と「何を届けているか」。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この2つは、ひとりで考えても、なかなか言葉になりません。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ここを言葉にできると、投稿は変わります。AIはそのあとの話です。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9728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最後に、5分だけ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5448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10月から、6ヶ月の講座を始めます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37744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ファッション心理学／AIを使った発信の動線設計／コーチングの基礎。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今日お話しした手順を、6ヶ月かけて自分のものにする場です。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429000"/>
            <a:ext cx="391363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566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講座説明会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5876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9月16日（水）21:00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受講料もその場で全部お伝えします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3429000"/>
            <a:ext cx="391363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19472" y="3566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個別相談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919472" y="385876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1対1・無料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合うかどうかを一緒に見る時間です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2026-09-03T23:50:57Z</dcterms:created>
  <dcterms:modified xsi:type="dcterms:W3CDTF">2026-09-03T23:50:57Z</dcterms:modified>
</cp:coreProperties>
</file>