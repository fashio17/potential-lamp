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カメラはオフのままで結構です、途中退出も可、と最初に伝える。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可能自己（Markus &amp; Nurius, 1986）。試着は「なりうる自分」の試着。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その場で申し込みを迫らない。URLをチャットに貼って終わりにする。合わなければ見送ってくださって結構です、と必ず言う。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otential-lamp/1a5c0839-14a8-5840-9db3-563ce87c0be0/scratchpad/img/sec_seou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0"/>
            <a:ext cx="416052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海外リサーチ × AIリール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178308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3カ国で見てきたことを、</a:t>
            </a:r>
            <a:endParaRPr lang="en-US" sz="29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AIで発信に変える90分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松岡依里子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今日の90分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234440"/>
            <a:ext cx="8010144" cy="621792"/>
          </a:xfrm>
          <a:prstGeom prst="roundRect">
            <a:avLst>
              <a:gd name="adj" fmla="val 11765"/>
            </a:avLst>
          </a:prstGeom>
          <a:solidFill>
            <a:srgbClr val="F7F3F1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335024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335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23444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3カ国で見てきたこと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138928" y="123444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自分の足で見て、何が分かったのか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1984248"/>
            <a:ext cx="8010144" cy="621792"/>
          </a:xfrm>
          <a:prstGeom prst="roundRect">
            <a:avLst>
              <a:gd name="adj" fmla="val 11765"/>
            </a:avLst>
          </a:prstGeom>
          <a:solidFill>
            <a:srgbClr val="F7F3F1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084832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198424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それを、どうリールにしたか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38928" y="198424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AIに渡した3つを、画面でそのまま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2734056"/>
            <a:ext cx="8010144" cy="621792"/>
          </a:xfrm>
          <a:prstGeom prst="roundRect">
            <a:avLst>
              <a:gd name="adj" fmla="val 11765"/>
            </a:avLst>
          </a:prstGeom>
          <a:solidFill>
            <a:srgbClr val="F7F3F1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2834640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2834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73405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17本の再生数を、全部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138928" y="273405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伸びなかった本も、数字ごと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483864"/>
            <a:ext cx="8010144" cy="621792"/>
          </a:xfrm>
          <a:prstGeom prst="roundRect">
            <a:avLst>
              <a:gd name="adj" fmla="val 11765"/>
            </a:avLst>
          </a:prstGeom>
          <a:solidFill>
            <a:srgbClr val="F7F3F1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" y="3584448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3232" y="3584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48386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あなたの「3つ」を書き出す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138928" y="348386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手を動かしていただきます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297680"/>
            <a:ext cx="8010144" cy="658368"/>
          </a:xfrm>
          <a:prstGeom prst="roundRect">
            <a:avLst>
              <a:gd name="adj" fmla="val 11111"/>
            </a:avLst>
          </a:prstGeom>
          <a:solidFill>
            <a:srgbClr val="ECE2D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1248" y="4297680"/>
            <a:ext cx="7461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最後の5分だけ、10月から始める講座のご案内をします。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otential-lamp/1a5c0839-14a8-5840-9db3-563ce87c0be0/scratchpad/img/me_sta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6440" y="685800"/>
            <a:ext cx="2788920" cy="3749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38404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松岡依里子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566928" y="1371600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66928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225296" y="13898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ファッション心理学の研究者／大学教授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2057400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25296" y="20756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ファッション起業アカデミア 主宰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2743200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66928" y="2743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25296" y="27614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長く専業主婦。50歳を過ぎてから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猛勉強して大学教授に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6928" y="3611880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66928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225296" y="3630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研究テーマは「服が自信に変わる仕組み」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" y="4297680"/>
            <a:ext cx="4892040" cy="548640"/>
          </a:xfrm>
          <a:prstGeom prst="roundRect">
            <a:avLst>
              <a:gd name="adj" fmla="val 13333"/>
            </a:avLst>
          </a:prstGeom>
          <a:solidFill>
            <a:srgbClr val="ECE2D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95528" y="4297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あきらめなければ、いくつからだって夢は叶う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otential-lamp/1a5c0839-14a8-5840-9db3-563ce87c0be0/scratchpad/img/sec_sho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0"/>
            <a:ext cx="416052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417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18745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3カ国で</a:t>
            </a:r>
            <a:endParaRPr lang="en-US" sz="33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見てきたこと</a:t>
            </a:r>
            <a:endParaRPr lang="en-US" sz="33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2918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ソウル・パリ・ニューヨーク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2026年・実地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otential-lamp/1a5c0839-14a8-5840-9db3-563ce87c0be0/scratchpad/img/c_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1325880"/>
            <a:ext cx="3044952" cy="1463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38404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先に結論です</a:t>
            </a:r>
            <a:endParaRPr lang="en-US" sz="29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132588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1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3カ国とも、</a:t>
            </a:r>
            <a:endParaRPr lang="en-US" sz="31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1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日常のベースは</a:t>
            </a:r>
            <a:endParaRPr lang="en-US" sz="31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1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むしろ普通でした</a:t>
            </a:r>
            <a:endParaRPr lang="en-US" sz="31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657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ソウル　パリ　ニューヨーク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532120" y="2971800"/>
            <a:ext cx="3044952" cy="1463040"/>
          </a:xfrm>
          <a:prstGeom prst="roundRect">
            <a:avLst>
              <a:gd name="adj" fmla="val 5000"/>
            </a:avLst>
          </a:prstGeom>
          <a:solidFill>
            <a:srgbClr val="F7F3F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760720" y="310896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毎日フル装備の方は、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見かけませんでした。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思っていたのとは、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違いました。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やり方は、三者三様でした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234440"/>
            <a:ext cx="2578608" cy="2880360"/>
          </a:xfrm>
          <a:prstGeom prst="roundRect">
            <a:avLst>
              <a:gd name="adj" fmla="val 2837"/>
            </a:avLst>
          </a:prstGeom>
          <a:solidFill>
            <a:srgbClr val="F7F3F1"/>
          </a:solidFill>
          <a:ln/>
        </p:spPr>
      </p:sp>
      <p:pic>
        <p:nvPicPr>
          <p:cNvPr id="4" name="Image 0" descr="/tmp/claude-0/-home-user-potential-lamp/1a5c0839-14a8-5840-9db3-563ce87c0be0/scratchpad/img/c_seou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2578608" cy="1143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8096" y="2468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ソウル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68096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試行回数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68096" y="3127248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安く、たくさん試して、違ったら次へ。流行を追うのではなく、つくっていました。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28416" y="1234440"/>
            <a:ext cx="2578608" cy="2880360"/>
          </a:xfrm>
          <a:prstGeom prst="roundRect">
            <a:avLst>
              <a:gd name="adj" fmla="val 2837"/>
            </a:avLst>
          </a:prstGeom>
          <a:solidFill>
            <a:srgbClr val="F7F3F1"/>
          </a:solidFill>
          <a:ln/>
        </p:spPr>
      </p:sp>
      <p:pic>
        <p:nvPicPr>
          <p:cNvPr id="9" name="Image 1" descr="/tmp/claude-0/-home-user-potential-lamp/1a5c0839-14a8-5840-9db3-563ce87c0be0/scratchpad/img/c_pari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28416" y="1234440"/>
            <a:ext cx="2578608" cy="11430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529584" y="2468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パリ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3529584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一点突破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3529584" y="3127248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服そのものはオーソドックス。小物で、一点だけ効かせていました。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89904" y="1234440"/>
            <a:ext cx="2578608" cy="2880360"/>
          </a:xfrm>
          <a:prstGeom prst="roundRect">
            <a:avLst>
              <a:gd name="adj" fmla="val 2837"/>
            </a:avLst>
          </a:prstGeom>
          <a:solidFill>
            <a:srgbClr val="F7F3F1"/>
          </a:solidFill>
          <a:ln/>
        </p:spPr>
      </p:sp>
      <p:pic>
        <p:nvPicPr>
          <p:cNvPr id="14" name="Image 2" descr="/tmp/claude-0/-home-user-potential-lamp/1a5c0839-14a8-5840-9db3-563ce87c0be0/scratchpad/img/c_n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89904" y="1234440"/>
            <a:ext cx="2578608" cy="11430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91072" y="2468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ニューヨーク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6291072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スイッチ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291072" y="3127248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昼はスニーカー、夜はドレス。時間帯で切り替えていました。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66928" y="434340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けれど「自分で決めている」という一点だけは、どこも同じでした。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売り場の言葉が、違いました</a:t>
            </a:r>
            <a:endParaRPr lang="en-US" sz="2900" dirty="0"/>
          </a:p>
        </p:txBody>
      </p:sp>
      <p:pic>
        <p:nvPicPr>
          <p:cNvPr id="3" name="Image 0" descr="/tmp/claude-0/-home-user-potential-lamp/1a5c0839-14a8-5840-9db3-563ce87c0be0/scratchpad/img/c_seou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3913632" cy="1371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" y="267004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ソウルで見た売り場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66928" y="2971800"/>
            <a:ext cx="3913632" cy="1371600"/>
          </a:xfrm>
          <a:prstGeom prst="roundRect">
            <a:avLst>
              <a:gd name="adj" fmla="val 5333"/>
            </a:avLst>
          </a:prstGeom>
          <a:solidFill>
            <a:srgbClr val="F7F3F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95528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ソウルの売り場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95528" y="3456432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「あなたであれ、自信を持って」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「他人の目から自由に、着たい服を」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234440"/>
            <a:ext cx="3913632" cy="3108960"/>
          </a:xfrm>
          <a:prstGeom prst="roundRect">
            <a:avLst>
              <a:gd name="adj" fmla="val 2353"/>
            </a:avLst>
          </a:prstGeom>
          <a:solidFill>
            <a:srgbClr val="ECE2D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9204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日本の売り場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19659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「失敗しない選び方」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260604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同じ言葉を見た覚えがありません。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その社会が何を怖がっているかが、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売り場の言葉に出ます。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4526280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どちらが正しいかではありません。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3444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「似合う」が分からなくなるのは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737360"/>
            <a:ext cx="8010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決める基準を、</a:t>
            </a:r>
            <a:endParaRPr lang="en-US" sz="27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自分の外側に置いたときです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20040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私が、わたしのスタイリストになる</a:t>
            </a:r>
            <a:endParaRPr lang="en-US" sz="2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otential-lamp/1a5c0839-14a8-5840-9db3-563ce87c0be0/scratchpad/img/sec_seou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0"/>
            <a:ext cx="416052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417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18745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それを、</a:t>
            </a:r>
            <a:endParaRPr lang="en-US" sz="33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どうリールにしたか</a:t>
            </a:r>
            <a:endParaRPr lang="en-US" sz="33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2918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画面をお見せしながら、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全部公開します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私がAIに渡したのは、3つだけです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325880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F7F3F1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426464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426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258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使えそうな写真か動画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075688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F7F3F1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2176272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176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07568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誰に来てほしいか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825496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F7F3F1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2926080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82549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何を届けているか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43400" y="2057400"/>
            <a:ext cx="685800" cy="457200"/>
          </a:xfrm>
          <a:prstGeom prst="rightArrow">
            <a:avLst/>
          </a:prstGeom>
          <a:solidFill>
            <a:srgbClr val="A26769"/>
          </a:solidFill>
          <a:ln/>
        </p:spPr>
      </p:sp>
      <p:sp>
        <p:nvSpPr>
          <p:cNvPr id="16" name="Shape 14"/>
          <p:cNvSpPr/>
          <p:nvPr/>
        </p:nvSpPr>
        <p:spPr>
          <a:xfrm>
            <a:off x="5257800" y="1325880"/>
            <a:ext cx="3319272" cy="1874520"/>
          </a:xfrm>
          <a:prstGeom prst="roundRect">
            <a:avLst>
              <a:gd name="adj" fmla="val 3902"/>
            </a:avLst>
          </a:prstGeom>
          <a:solidFill>
            <a:srgbClr val="ECE2D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4068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リール1本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2103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シナリオ・テロップ・キャプション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まで、AIと一緒に組み立てます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3703320"/>
            <a:ext cx="8010144" cy="868680"/>
          </a:xfrm>
          <a:prstGeom prst="roundRect">
            <a:avLst>
              <a:gd name="adj" fmla="val 8421"/>
            </a:avLst>
          </a:prstGeom>
          <a:solidFill>
            <a:srgbClr val="F7F3F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1248" y="3703320"/>
            <a:ext cx="7461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プロンプトのテクニックは、ひとつも使っていません。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17本の結果を、全部お見せします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325880"/>
            <a:ext cx="2578608" cy="1325880"/>
          </a:xfrm>
          <a:prstGeom prst="roundRect">
            <a:avLst>
              <a:gd name="adj" fmla="val 5517"/>
            </a:avLst>
          </a:prstGeom>
          <a:solidFill>
            <a:srgbClr val="F7F3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4630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17本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68096" y="2176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7/22 - 8/29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28416" y="1325880"/>
            <a:ext cx="2578608" cy="1325880"/>
          </a:xfrm>
          <a:prstGeom prst="roundRect">
            <a:avLst>
              <a:gd name="adj" fmla="val 5517"/>
            </a:avLst>
          </a:prstGeom>
          <a:solidFill>
            <a:srgbClr val="F7F3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11296" y="14630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66万回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529584" y="2176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合計再生数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9904" y="1325880"/>
            <a:ext cx="2578608" cy="1325880"/>
          </a:xfrm>
          <a:prstGeom prst="roundRect">
            <a:avLst>
              <a:gd name="adj" fmla="val 5517"/>
            </a:avLst>
          </a:prstGeom>
          <a:solidFill>
            <a:srgbClr val="F7F3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72784" y="14630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3本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291072" y="2176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10万回超え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880360"/>
            <a:ext cx="8010144" cy="1600200"/>
          </a:xfrm>
          <a:prstGeom prst="roundRect">
            <a:avLst>
              <a:gd name="adj" fmla="val 4571"/>
            </a:avLst>
          </a:prstGeom>
          <a:solidFill>
            <a:srgbClr val="F7F3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" y="3154680"/>
            <a:ext cx="7461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いちばん伸びた1本　172,000回　「旅行にパンツを持っていくの、やめました」</a:t>
            </a:r>
            <a:endParaRPr lang="en-US" sz="1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いちばん伸びなかった1本　2,122回　「6月に、ソウルを訪ねました」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差は、表紙の一行にありました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280160"/>
            <a:ext cx="3913632" cy="2651760"/>
          </a:xfrm>
          <a:prstGeom prst="roundRect">
            <a:avLst>
              <a:gd name="adj" fmla="val 2759"/>
            </a:avLst>
          </a:prstGeom>
          <a:solidFill>
            <a:srgbClr val="F7F3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伸びない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報告型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「6月に、ソウルを訪ねました」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「一宮の、尾州に行きました」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913632" cy="2651760"/>
          </a:xfrm>
          <a:prstGeom prst="roundRect">
            <a:avLst>
              <a:gd name="adj" fmla="val 2759"/>
            </a:avLst>
          </a:prstGeom>
          <a:solidFill>
            <a:srgbClr val="ECE2D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82896" y="14630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伸びる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82896" y="18745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読み手の予想を打ち消す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「旅行にパンツを持っていくの、やめました」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「この暑いのに、なぜ黒を着るのですか」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16052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素材は、みなさんの人生の中にあります。AIは、それを形にしているだけです。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書き出してみてください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371600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52728" y="1417320"/>
            <a:ext cx="7187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使えそうな写真か動画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2084832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2130552"/>
            <a:ext cx="7187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誰に来てほしいか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6928" y="2798064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52728" y="2843784"/>
            <a:ext cx="7187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何を届けているか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66928" y="3657600"/>
            <a:ext cx="8010144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" y="3840480"/>
            <a:ext cx="7461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1つ目はすぐ書けます。止まるのは、2つ目と3つ目です。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そこが、6ヶ月かけて言葉にしていくところです。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手が止まったところが、入口です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371600"/>
            <a:ext cx="8010144" cy="1371600"/>
          </a:xfrm>
          <a:prstGeom prst="roundRect">
            <a:avLst>
              <a:gd name="adj" fmla="val 5333"/>
            </a:avLst>
          </a:prstGeom>
          <a:solidFill>
            <a:srgbClr val="F7F3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86968" y="1371600"/>
            <a:ext cx="7370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1つ目の写真は、すぐ選べます。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止まるのは、2つ目と3つ目です。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971800"/>
            <a:ext cx="8010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「誰に来てほしいか」と「何を届けているか」。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この2つは、ひとりで考えても、なかなか言葉になりません。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ここを言葉にできると、投稿は変わります。AIはそのあとの話です。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9728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最後に、5分だけ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54480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10月から、6ヶ月の講座を始めます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37744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ファッション心理学／AIを使った発信の動線設計／コーチングの基礎。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ECE2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今日お話しした手順を、6ヶ月かけて自分のものにする場です。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3429000"/>
            <a:ext cx="391363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566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講座説明会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5876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9月16日（水）21:00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受講料もその場で全部お伝えします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3429000"/>
            <a:ext cx="391363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19472" y="3566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67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個別相談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919472" y="385876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1対1・無料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合うかどうかを一緒に見る時間です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920240"/>
            <a:ext cx="8010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6D2E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今日の服は、誰が決めましたか。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88036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ご参加ありがとうございました。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2026-09-03T01:04:33Z</dcterms:created>
  <dcterms:modified xsi:type="dcterms:W3CDTF">2026-09-03T01:04:33Z</dcterms:modified>
</cp:coreProperties>
</file>